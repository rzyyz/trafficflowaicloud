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87" r:id="rId10"/>
    <p:sldId id="264" r:id="rId11"/>
    <p:sldId id="38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599F"/>
    <a:srgbClr val="17589F"/>
    <a:srgbClr val="145599"/>
    <a:srgbClr val="1E60AB"/>
    <a:srgbClr val="171717"/>
    <a:srgbClr val="F0F0F0"/>
    <a:srgbClr val="BEBEB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72" autoAdjust="0"/>
    <p:restoredTop sz="94660"/>
  </p:normalViewPr>
  <p:slideViewPr>
    <p:cSldViewPr snapToGrid="0">
      <p:cViewPr varScale="1">
        <p:scale>
          <a:sx n="167" d="100"/>
          <a:sy n="167" d="100"/>
        </p:scale>
        <p:origin x="402" y="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07EB2-D795-416C-9674-A0105507B1B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90D1F-3D41-41FF-8E43-8B1040AFE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47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D50E7-40AC-41D2-B743-C60EE86BC1B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451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C2901-F7AF-4047-BE43-BD0FD23D8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83EA99-D877-409C-92F0-83F4ABF29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BA5911-ECA8-4693-ADF5-8E186614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A44572-FAFB-45B4-9C72-025239789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B17E24-2525-40A7-A869-A7358CA3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08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47D1A6-EFB2-408C-AA28-4EB84B52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8AF76A-4490-4748-A1C6-599F4538F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F690EB-8D25-4B05-9FCD-5CD0B073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0DD7DC-2E92-4151-ACAE-6299DA6C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B8723E-ADDB-4E5A-AD41-FBB3E9C8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040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51E09-46F8-431B-BCAB-7B0883F9A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F9D3FB-8C95-41A8-9F3C-10BFBFB14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624038-CBC0-45C3-B6B8-05F18F81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2FC71-93E8-40E9-9830-4E44B41ED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45922E-E851-46AD-880A-B0CEBA5E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8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3D756-A5B9-4CD9-BFA1-492CE63A3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F679E7-7147-48AB-87E0-3F582186E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7253D-D777-4875-9EB6-05367661D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11A495-C5AA-4FA0-A8D2-2DC5EA86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A35928-D1D4-47F4-90F4-904C955E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AF99DF-62BA-435D-AAA2-0B9713E6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9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70D89-E913-48C3-BAF9-898E67A89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D94D7D-447E-4267-95B8-C3B75F5C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0045B8-4786-49D3-9363-A2DE8EAE8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84E607-CA2B-4B25-9D3B-C8C23F938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0A190D-BF31-43E9-8528-B9FC307B6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36665C-D2FF-41B0-9364-1C4C700DF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17B3E7-DCC9-4234-A1FB-F35B3FE7E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F69C36-647E-4A27-96B6-6953033D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60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E00ED-FF36-4C10-9603-ACFA39B1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C435B6-CE3A-469C-9409-60C0CA12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E41D84-DD08-4682-A2A8-78561331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9B7A00-666B-4050-A380-90E33A22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609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30D431-CE5E-4BDE-A8F9-81302E41E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E462F7-1440-4917-B0FF-98C59248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D436CA-94F1-4BD7-8362-53F49B9B8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974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F784E-F420-4FE4-82FD-6EB471DAC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DF463-4E1A-44C2-B4DD-288B7CEEB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E55872-5EE7-4802-84AD-8D62EDA42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1EA5C1-E18B-474B-8705-4A708806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148A9A-82B8-42C6-AB23-C63EEE3A1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7E4DAA-04E8-4482-879C-21F245CAC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603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94140-CCF8-465D-BE5F-A4CEC932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7295BF-8CEF-4965-9E57-F1E9CF31A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BFD9D0-AFF5-405D-BACA-4564B126F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3DD5F8-34AC-488E-8B20-E4D5D162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D234DA-4791-4BF7-9646-CE63C44F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5115EA-7C2E-4380-989B-75E9DDB2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59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60506-DCE9-41CC-B110-431E8823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CAEDDE-9F8E-4CD3-A453-7D60B0050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F7A5E3-6A09-4DE4-9E19-C7B1F38B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5D88F7-3D09-40FC-B7DA-B8670B9E7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AF9BE-6EB9-41DA-B181-063C8843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49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58DE44-2D4B-46BA-8BB9-FA57299D5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9E04A7-287C-46E0-A650-1E5394A0C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218AE5-F6FF-495A-B4F9-FEDCF4E5D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2EF2A-223E-46FB-9139-08EFEFCD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DEA992-6307-4E3C-9731-C9385E99A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83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91F2345-0E7C-446C-A2A1-07324B4AF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43019F-04B8-4FC9-BEF2-D6BC04D9A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80364F-19A6-4B7D-BB9C-D2E7F1019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B2ED3-5C44-4EF0-AD38-B8F46A34349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8357FD-6711-4E9D-9956-EE731FF67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7CB17D-AFBC-43AF-B953-10BEFDEEE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1CD88-98E3-48D6-B5BB-002F3FBAE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22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7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image" Target="../media/image36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35.svg"/><Relationship Id="rId4" Type="http://schemas.openxmlformats.org/officeDocument/2006/relationships/image" Target="../media/image31.png"/><Relationship Id="rId9" Type="http://schemas.openxmlformats.org/officeDocument/2006/relationships/image" Target="../media/image34.png"/><Relationship Id="rId1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F8E8A92-3E43-43F8-AD43-31892D6F1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" y="273963"/>
            <a:ext cx="11217910" cy="631007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E619425-D57B-417F-88E3-8933157926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27" b="1406"/>
          <a:stretch/>
        </p:blipFill>
        <p:spPr>
          <a:xfrm>
            <a:off x="3757016" y="4470698"/>
            <a:ext cx="1660328" cy="198010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CEE0CF2-C991-4610-9730-73DDCF68633F}"/>
              </a:ext>
            </a:extLst>
          </p:cNvPr>
          <p:cNvSpPr/>
          <p:nvPr/>
        </p:nvSpPr>
        <p:spPr>
          <a:xfrm>
            <a:off x="3841750" y="6153149"/>
            <a:ext cx="1530350" cy="297658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377A9A-222C-47BC-B357-D27EB1EACEBE}"/>
              </a:ext>
            </a:extLst>
          </p:cNvPr>
          <p:cNvSpPr/>
          <p:nvPr/>
        </p:nvSpPr>
        <p:spPr>
          <a:xfrm>
            <a:off x="1469812" y="2060673"/>
            <a:ext cx="454237" cy="297658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263CC76-3BAF-4D89-B8E3-7F636578BBE0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1924049" y="2209502"/>
            <a:ext cx="1292385" cy="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D6FB8BE-74E2-4DF5-85DE-D10E4CCF64F6}"/>
              </a:ext>
            </a:extLst>
          </p:cNvPr>
          <p:cNvCxnSpPr>
            <a:cxnSpLocks/>
          </p:cNvCxnSpPr>
          <p:nvPr/>
        </p:nvCxnSpPr>
        <p:spPr>
          <a:xfrm flipV="1">
            <a:off x="5372100" y="6301981"/>
            <a:ext cx="8128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0A99BD39-8670-4175-8A43-A47A2F789DBE}"/>
              </a:ext>
            </a:extLst>
          </p:cNvPr>
          <p:cNvSpPr/>
          <p:nvPr/>
        </p:nvSpPr>
        <p:spPr>
          <a:xfrm>
            <a:off x="3216434" y="2054025"/>
            <a:ext cx="1739898" cy="314228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配置</a:t>
            </a:r>
            <a:r>
              <a:rPr lang="en-US" altLang="zh-CN" sz="1400" dirty="0"/>
              <a:t>/</a:t>
            </a:r>
            <a:r>
              <a:rPr lang="zh-CN" altLang="en-US" sz="1400" dirty="0"/>
              <a:t>分析入口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1B9AB10-0C38-4DD3-B572-78F2C7C9E5EC}"/>
              </a:ext>
            </a:extLst>
          </p:cNvPr>
          <p:cNvSpPr/>
          <p:nvPr/>
        </p:nvSpPr>
        <p:spPr>
          <a:xfrm>
            <a:off x="6184900" y="6136579"/>
            <a:ext cx="1739898" cy="314228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配置</a:t>
            </a:r>
            <a:r>
              <a:rPr lang="en-US" altLang="zh-CN" sz="1400" dirty="0"/>
              <a:t>/</a:t>
            </a:r>
            <a:r>
              <a:rPr lang="zh-CN" altLang="en-US" sz="1400" dirty="0"/>
              <a:t>分析入口</a:t>
            </a:r>
          </a:p>
        </p:txBody>
      </p:sp>
    </p:spTree>
    <p:extLst>
      <p:ext uri="{BB962C8B-B14F-4D97-AF65-F5344CB8AC3E}">
        <p14:creationId xmlns:p14="http://schemas.microsoft.com/office/powerpoint/2010/main" val="1557585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A2E5252-97AA-4B73-BC7A-EE0895FCF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1704238"/>
            <a:ext cx="9898062" cy="3350361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3DFE380-E6B1-47F3-8EAB-82F2DF8A073F}"/>
              </a:ext>
            </a:extLst>
          </p:cNvPr>
          <p:cNvCxnSpPr>
            <a:cxnSpLocks/>
          </p:cNvCxnSpPr>
          <p:nvPr/>
        </p:nvCxnSpPr>
        <p:spPr>
          <a:xfrm>
            <a:off x="1757363" y="2330449"/>
            <a:ext cx="42703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2A72DA20-227F-470E-B14B-DED8A99933C9}"/>
              </a:ext>
            </a:extLst>
          </p:cNvPr>
          <p:cNvSpPr/>
          <p:nvPr/>
        </p:nvSpPr>
        <p:spPr>
          <a:xfrm>
            <a:off x="2184400" y="2206624"/>
            <a:ext cx="298450" cy="24765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055D82-65D9-4CD2-939A-6ED72370A4D1}"/>
              </a:ext>
            </a:extLst>
          </p:cNvPr>
          <p:cNvSpPr/>
          <p:nvPr/>
        </p:nvSpPr>
        <p:spPr>
          <a:xfrm>
            <a:off x="2184400" y="2600324"/>
            <a:ext cx="298450" cy="24765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B6A1AA-77F4-4745-B4F8-77707E98D2E3}"/>
              </a:ext>
            </a:extLst>
          </p:cNvPr>
          <p:cNvSpPr/>
          <p:nvPr/>
        </p:nvSpPr>
        <p:spPr>
          <a:xfrm>
            <a:off x="2184400" y="2994024"/>
            <a:ext cx="298450" cy="24765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DBC1E6-A314-4635-8A7A-4AA3D6F56C40}"/>
              </a:ext>
            </a:extLst>
          </p:cNvPr>
          <p:cNvSpPr/>
          <p:nvPr/>
        </p:nvSpPr>
        <p:spPr>
          <a:xfrm>
            <a:off x="2184400" y="3479800"/>
            <a:ext cx="298450" cy="24765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589160-155A-483A-A49B-BA35E4AF216B}"/>
              </a:ext>
            </a:extLst>
          </p:cNvPr>
          <p:cNvSpPr/>
          <p:nvPr/>
        </p:nvSpPr>
        <p:spPr>
          <a:xfrm>
            <a:off x="2184400" y="3879850"/>
            <a:ext cx="298450" cy="24765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8AC794-36E2-400B-BCD7-BB3AA0090217}"/>
              </a:ext>
            </a:extLst>
          </p:cNvPr>
          <p:cNvSpPr/>
          <p:nvPr/>
        </p:nvSpPr>
        <p:spPr>
          <a:xfrm>
            <a:off x="2184400" y="4267200"/>
            <a:ext cx="298450" cy="24765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897C1E1-CC9E-4508-88A6-AEE8C671E306}"/>
              </a:ext>
            </a:extLst>
          </p:cNvPr>
          <p:cNvCxnSpPr>
            <a:cxnSpLocks/>
          </p:cNvCxnSpPr>
          <p:nvPr/>
        </p:nvCxnSpPr>
        <p:spPr>
          <a:xfrm>
            <a:off x="1757363" y="2724149"/>
            <a:ext cx="42703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73FD137-362C-43D7-9A8E-54D6C455037B}"/>
              </a:ext>
            </a:extLst>
          </p:cNvPr>
          <p:cNvCxnSpPr>
            <a:cxnSpLocks/>
          </p:cNvCxnSpPr>
          <p:nvPr/>
        </p:nvCxnSpPr>
        <p:spPr>
          <a:xfrm>
            <a:off x="1757363" y="3117849"/>
            <a:ext cx="42703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07AD407-78F4-4C61-BC56-E40CB8663072}"/>
              </a:ext>
            </a:extLst>
          </p:cNvPr>
          <p:cNvCxnSpPr>
            <a:cxnSpLocks/>
          </p:cNvCxnSpPr>
          <p:nvPr/>
        </p:nvCxnSpPr>
        <p:spPr>
          <a:xfrm>
            <a:off x="1757363" y="3603625"/>
            <a:ext cx="42703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83CC6D0-3A66-420C-A1FC-7755679D47A7}"/>
              </a:ext>
            </a:extLst>
          </p:cNvPr>
          <p:cNvCxnSpPr>
            <a:cxnSpLocks/>
          </p:cNvCxnSpPr>
          <p:nvPr/>
        </p:nvCxnSpPr>
        <p:spPr>
          <a:xfrm>
            <a:off x="1757363" y="4003675"/>
            <a:ext cx="42703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5959270-86E5-4AD8-BAD4-F0DD64102DF9}"/>
              </a:ext>
            </a:extLst>
          </p:cNvPr>
          <p:cNvCxnSpPr>
            <a:cxnSpLocks/>
          </p:cNvCxnSpPr>
          <p:nvPr/>
        </p:nvCxnSpPr>
        <p:spPr>
          <a:xfrm>
            <a:off x="1757363" y="4398962"/>
            <a:ext cx="42703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28DC81E-31F4-4665-A59B-8E87F8B216CC}"/>
              </a:ext>
            </a:extLst>
          </p:cNvPr>
          <p:cNvSpPr txBox="1"/>
          <p:nvPr/>
        </p:nvSpPr>
        <p:spPr>
          <a:xfrm>
            <a:off x="402034" y="2081509"/>
            <a:ext cx="146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新建方案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99B33FF-8A3C-4F6F-846D-261A3D39947A}"/>
              </a:ext>
            </a:extLst>
          </p:cNvPr>
          <p:cNvSpPr txBox="1"/>
          <p:nvPr/>
        </p:nvSpPr>
        <p:spPr>
          <a:xfrm>
            <a:off x="402034" y="2462362"/>
            <a:ext cx="146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切换方案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163EBCA-7700-4F23-8EBC-FE3C864998E2}"/>
              </a:ext>
            </a:extLst>
          </p:cNvPr>
          <p:cNvSpPr txBox="1"/>
          <p:nvPr/>
        </p:nvSpPr>
        <p:spPr>
          <a:xfrm>
            <a:off x="402034" y="2862411"/>
            <a:ext cx="146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删除方案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BC76A5-F5A4-4AC5-87D6-573B23E93907}"/>
              </a:ext>
            </a:extLst>
          </p:cNvPr>
          <p:cNvSpPr txBox="1"/>
          <p:nvPr/>
        </p:nvSpPr>
        <p:spPr>
          <a:xfrm>
            <a:off x="53340" y="3363117"/>
            <a:ext cx="1809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绑定转向线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2040975-9275-43C8-AFED-870E767D5B9C}"/>
              </a:ext>
            </a:extLst>
          </p:cNvPr>
          <p:cNvSpPr txBox="1"/>
          <p:nvPr/>
        </p:nvSpPr>
        <p:spPr>
          <a:xfrm>
            <a:off x="402034" y="3758403"/>
            <a:ext cx="146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保存退出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BBA2268-9DE0-4047-BCE3-39A565F571CA}"/>
              </a:ext>
            </a:extLst>
          </p:cNvPr>
          <p:cNvSpPr txBox="1"/>
          <p:nvPr/>
        </p:nvSpPr>
        <p:spPr>
          <a:xfrm>
            <a:off x="53340" y="4104331"/>
            <a:ext cx="1809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不保存退出</a:t>
            </a:r>
          </a:p>
        </p:txBody>
      </p:sp>
    </p:spTree>
    <p:extLst>
      <p:ext uri="{BB962C8B-B14F-4D97-AF65-F5344CB8AC3E}">
        <p14:creationId xmlns:p14="http://schemas.microsoft.com/office/powerpoint/2010/main" val="148920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F40BCC-0917-416E-8D6B-3BC56DD7E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3133725"/>
            <a:ext cx="11591925" cy="590550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402A78B-088B-4892-A887-0BDF60255391}"/>
              </a:ext>
            </a:extLst>
          </p:cNvPr>
          <p:cNvCxnSpPr>
            <a:cxnSpLocks/>
          </p:cNvCxnSpPr>
          <p:nvPr/>
        </p:nvCxnSpPr>
        <p:spPr>
          <a:xfrm flipV="1">
            <a:off x="560388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FAD04135-5961-492D-837E-792C83DC682D}"/>
              </a:ext>
            </a:extLst>
          </p:cNvPr>
          <p:cNvSpPr/>
          <p:nvPr/>
        </p:nvSpPr>
        <p:spPr>
          <a:xfrm>
            <a:off x="402034" y="3319462"/>
            <a:ext cx="298450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83F979-EE81-45EF-BE9E-79C3AF5E29B5}"/>
              </a:ext>
            </a:extLst>
          </p:cNvPr>
          <p:cNvSpPr txBox="1"/>
          <p:nvPr/>
        </p:nvSpPr>
        <p:spPr>
          <a:xfrm>
            <a:off x="300037" y="4203700"/>
            <a:ext cx="553998" cy="149267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播放</a:t>
            </a:r>
            <a:r>
              <a:rPr lang="en-US" altLang="zh-CN" sz="2400" b="1" dirty="0">
                <a:solidFill>
                  <a:srgbClr val="4472C4"/>
                </a:solidFill>
              </a:rPr>
              <a:t>/</a:t>
            </a:r>
            <a:r>
              <a:rPr lang="zh-CN" altLang="en-US" sz="2400" b="1" dirty="0">
                <a:solidFill>
                  <a:srgbClr val="4472C4"/>
                </a:solidFill>
              </a:rPr>
              <a:t>暂停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F14500-EB01-4360-9207-0EE93DE7F52B}"/>
              </a:ext>
            </a:extLst>
          </p:cNvPr>
          <p:cNvSpPr/>
          <p:nvPr/>
        </p:nvSpPr>
        <p:spPr>
          <a:xfrm>
            <a:off x="896902" y="3319462"/>
            <a:ext cx="257135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A86639-6E83-430A-8C92-3C3188992908}"/>
              </a:ext>
            </a:extLst>
          </p:cNvPr>
          <p:cNvSpPr/>
          <p:nvPr/>
        </p:nvSpPr>
        <p:spPr>
          <a:xfrm>
            <a:off x="1221887" y="3319462"/>
            <a:ext cx="257135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AC3E901-5F4E-431F-8FC1-A61290BDD520}"/>
              </a:ext>
            </a:extLst>
          </p:cNvPr>
          <p:cNvCxnSpPr>
            <a:cxnSpLocks/>
          </p:cNvCxnSpPr>
          <p:nvPr/>
        </p:nvCxnSpPr>
        <p:spPr>
          <a:xfrm flipV="1">
            <a:off x="1350454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2ABE89E-F048-4F24-962C-AA31A411BF92}"/>
              </a:ext>
            </a:extLst>
          </p:cNvPr>
          <p:cNvCxnSpPr>
            <a:cxnSpLocks/>
          </p:cNvCxnSpPr>
          <p:nvPr/>
        </p:nvCxnSpPr>
        <p:spPr>
          <a:xfrm>
            <a:off x="1025469" y="2852738"/>
            <a:ext cx="0" cy="466724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FCD8BB6-2F52-430C-A4D2-4AEEA4C12303}"/>
              </a:ext>
            </a:extLst>
          </p:cNvPr>
          <p:cNvSpPr txBox="1"/>
          <p:nvPr/>
        </p:nvSpPr>
        <p:spPr>
          <a:xfrm>
            <a:off x="748470" y="1814859"/>
            <a:ext cx="553998" cy="10791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前一帧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6F60F7-1258-4EE8-8F93-B93330A9E5A7}"/>
              </a:ext>
            </a:extLst>
          </p:cNvPr>
          <p:cNvSpPr txBox="1"/>
          <p:nvPr/>
        </p:nvSpPr>
        <p:spPr>
          <a:xfrm>
            <a:off x="1073455" y="4203700"/>
            <a:ext cx="553998" cy="10791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后一帧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46A326B-8A1B-495B-95C8-310CA3F4670D}"/>
              </a:ext>
            </a:extLst>
          </p:cNvPr>
          <p:cNvSpPr/>
          <p:nvPr/>
        </p:nvSpPr>
        <p:spPr>
          <a:xfrm>
            <a:off x="1641742" y="3319462"/>
            <a:ext cx="577001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207009F-125A-4D69-9CD5-D7E09B7EA534}"/>
              </a:ext>
            </a:extLst>
          </p:cNvPr>
          <p:cNvCxnSpPr>
            <a:cxnSpLocks/>
          </p:cNvCxnSpPr>
          <p:nvPr/>
        </p:nvCxnSpPr>
        <p:spPr>
          <a:xfrm flipV="1">
            <a:off x="1941744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166F83D-9229-48A3-B34D-0D12F732C51E}"/>
              </a:ext>
            </a:extLst>
          </p:cNvPr>
          <p:cNvSpPr txBox="1"/>
          <p:nvPr/>
        </p:nvSpPr>
        <p:spPr>
          <a:xfrm>
            <a:off x="1664745" y="4203699"/>
            <a:ext cx="553998" cy="2352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跳转到指定时刻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35F105A-B213-44E9-A72E-5095BE43A948}"/>
              </a:ext>
            </a:extLst>
          </p:cNvPr>
          <p:cNvSpPr/>
          <p:nvPr/>
        </p:nvSpPr>
        <p:spPr>
          <a:xfrm>
            <a:off x="2276603" y="3319462"/>
            <a:ext cx="577001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3EF76AC-589B-4C70-B20B-00C74874D494}"/>
              </a:ext>
            </a:extLst>
          </p:cNvPr>
          <p:cNvCxnSpPr>
            <a:cxnSpLocks/>
          </p:cNvCxnSpPr>
          <p:nvPr/>
        </p:nvCxnSpPr>
        <p:spPr>
          <a:xfrm flipV="1">
            <a:off x="2573695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ADD1A42-E301-43A0-B0F7-42999DD2C3EA}"/>
              </a:ext>
            </a:extLst>
          </p:cNvPr>
          <p:cNvSpPr txBox="1"/>
          <p:nvPr/>
        </p:nvSpPr>
        <p:spPr>
          <a:xfrm>
            <a:off x="2296696" y="4203699"/>
            <a:ext cx="553998" cy="2352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播放速率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5FE40EC-74CF-45E9-ACF9-5806AE45E03C}"/>
              </a:ext>
            </a:extLst>
          </p:cNvPr>
          <p:cNvSpPr/>
          <p:nvPr/>
        </p:nvSpPr>
        <p:spPr>
          <a:xfrm>
            <a:off x="2911464" y="3271097"/>
            <a:ext cx="7338791" cy="466724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85EED2D-5575-427A-A47D-886802ADDD76}"/>
              </a:ext>
            </a:extLst>
          </p:cNvPr>
          <p:cNvCxnSpPr>
            <a:cxnSpLocks/>
          </p:cNvCxnSpPr>
          <p:nvPr/>
        </p:nvCxnSpPr>
        <p:spPr>
          <a:xfrm flipV="1">
            <a:off x="6560237" y="3733376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44E059CE-1455-4CEC-8F8A-D9E688FF1B24}"/>
              </a:ext>
            </a:extLst>
          </p:cNvPr>
          <p:cNvSpPr txBox="1"/>
          <p:nvPr/>
        </p:nvSpPr>
        <p:spPr>
          <a:xfrm>
            <a:off x="6283238" y="4271432"/>
            <a:ext cx="553998" cy="2352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视频播放时间轴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95C6F9A-6D4D-4CED-AFCE-DE0921A346D0}"/>
              </a:ext>
            </a:extLst>
          </p:cNvPr>
          <p:cNvSpPr/>
          <p:nvPr/>
        </p:nvSpPr>
        <p:spPr>
          <a:xfrm>
            <a:off x="10310146" y="3319462"/>
            <a:ext cx="277878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E7332FF-ED45-42DD-8849-FB342EE36535}"/>
              </a:ext>
            </a:extLst>
          </p:cNvPr>
          <p:cNvCxnSpPr>
            <a:cxnSpLocks/>
          </p:cNvCxnSpPr>
          <p:nvPr/>
        </p:nvCxnSpPr>
        <p:spPr>
          <a:xfrm flipV="1">
            <a:off x="10445195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E0A58C1-2EF7-48B3-B116-5F87AE5007A4}"/>
              </a:ext>
            </a:extLst>
          </p:cNvPr>
          <p:cNvSpPr txBox="1"/>
          <p:nvPr/>
        </p:nvSpPr>
        <p:spPr>
          <a:xfrm>
            <a:off x="10153763" y="4203699"/>
            <a:ext cx="553998" cy="2352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播放时间轴参数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CA17A5D-0B34-4609-AAEF-1DCD27609509}"/>
              </a:ext>
            </a:extLst>
          </p:cNvPr>
          <p:cNvSpPr/>
          <p:nvPr/>
        </p:nvSpPr>
        <p:spPr>
          <a:xfrm>
            <a:off x="10649661" y="3319462"/>
            <a:ext cx="453314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851581-B129-47F8-A5F4-6B40CBC1C579}"/>
              </a:ext>
            </a:extLst>
          </p:cNvPr>
          <p:cNvSpPr/>
          <p:nvPr/>
        </p:nvSpPr>
        <p:spPr>
          <a:xfrm>
            <a:off x="11164612" y="3319462"/>
            <a:ext cx="727350" cy="31670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E01D2D88-7E90-43DF-8B82-F4F73B3DB48D}"/>
              </a:ext>
            </a:extLst>
          </p:cNvPr>
          <p:cNvCxnSpPr>
            <a:cxnSpLocks/>
          </p:cNvCxnSpPr>
          <p:nvPr/>
        </p:nvCxnSpPr>
        <p:spPr>
          <a:xfrm flipV="1">
            <a:off x="10886889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287F53F7-32F7-46BD-956D-9CB24347548E}"/>
              </a:ext>
            </a:extLst>
          </p:cNvPr>
          <p:cNvSpPr txBox="1"/>
          <p:nvPr/>
        </p:nvSpPr>
        <p:spPr>
          <a:xfrm>
            <a:off x="10595457" y="4203699"/>
            <a:ext cx="553998" cy="2352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视频当前时间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E1C92F1-0E95-4861-9AAA-225EFCEA088F}"/>
              </a:ext>
            </a:extLst>
          </p:cNvPr>
          <p:cNvCxnSpPr>
            <a:cxnSpLocks/>
          </p:cNvCxnSpPr>
          <p:nvPr/>
        </p:nvCxnSpPr>
        <p:spPr>
          <a:xfrm flipV="1">
            <a:off x="11523523" y="3638551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5A16F19-E0A5-4960-940F-088A3136B1E4}"/>
              </a:ext>
            </a:extLst>
          </p:cNvPr>
          <p:cNvSpPr txBox="1"/>
          <p:nvPr/>
        </p:nvSpPr>
        <p:spPr>
          <a:xfrm>
            <a:off x="11232091" y="4203699"/>
            <a:ext cx="553998" cy="270510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视频当前绝对时间</a:t>
            </a:r>
          </a:p>
        </p:txBody>
      </p:sp>
    </p:spTree>
    <p:extLst>
      <p:ext uri="{BB962C8B-B14F-4D97-AF65-F5344CB8AC3E}">
        <p14:creationId xmlns:p14="http://schemas.microsoft.com/office/powerpoint/2010/main" val="182576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9DBF6B9C-1495-4113-A683-A92DF4F8E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240" y="899979"/>
            <a:ext cx="1440000" cy="1440000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22689078-D60A-4A27-B525-3F1386123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0417" y="899979"/>
            <a:ext cx="1440000" cy="1440000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294EF42C-32BA-48A7-BC51-412F26B8C4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33594" y="899979"/>
            <a:ext cx="1440000" cy="1440000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6E0E191E-C0FC-40C2-8BD2-0C794B06D3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63267" y="899979"/>
            <a:ext cx="1440000" cy="1440000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C8ECF8CE-772F-444E-8BEE-2A79C525A1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50090" y="899979"/>
            <a:ext cx="1440000" cy="1440000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905A80C5-D9E7-4D77-89F6-8686486A7B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89621" y="899979"/>
            <a:ext cx="1440000" cy="1440000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F6028D09-E807-4BF3-A9A7-5B955E4090E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76444" y="899979"/>
            <a:ext cx="1440000" cy="1440000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6C845F81-8E9D-4D10-A230-5E3055E8CEA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207600" y="899979"/>
            <a:ext cx="1440000" cy="1440000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90D0996-AF65-4269-B835-737117086173}"/>
              </a:ext>
            </a:extLst>
          </p:cNvPr>
          <p:cNvCxnSpPr>
            <a:cxnSpLocks/>
          </p:cNvCxnSpPr>
          <p:nvPr/>
        </p:nvCxnSpPr>
        <p:spPr>
          <a:xfrm>
            <a:off x="4549140" y="1304972"/>
            <a:ext cx="0" cy="716280"/>
          </a:xfrm>
          <a:prstGeom prst="line">
            <a:avLst/>
          </a:prstGeom>
          <a:ln w="22225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563681F-5FE5-4F1A-9352-094BC4418C9C}"/>
              </a:ext>
            </a:extLst>
          </p:cNvPr>
          <p:cNvCxnSpPr>
            <a:cxnSpLocks/>
          </p:cNvCxnSpPr>
          <p:nvPr/>
        </p:nvCxnSpPr>
        <p:spPr>
          <a:xfrm>
            <a:off x="10149840" y="1304972"/>
            <a:ext cx="0" cy="716280"/>
          </a:xfrm>
          <a:prstGeom prst="line">
            <a:avLst/>
          </a:prstGeom>
          <a:ln w="22225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891DB9E-AE11-42E4-AE65-517FD0DBE9FF}"/>
              </a:ext>
            </a:extLst>
          </p:cNvPr>
          <p:cNvCxnSpPr>
            <a:cxnSpLocks/>
          </p:cNvCxnSpPr>
          <p:nvPr/>
        </p:nvCxnSpPr>
        <p:spPr>
          <a:xfrm flipV="1">
            <a:off x="1142221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A6748DCF-5E9B-4596-B11A-69272D80333A}"/>
              </a:ext>
            </a:extLst>
          </p:cNvPr>
          <p:cNvSpPr txBox="1"/>
          <p:nvPr/>
        </p:nvSpPr>
        <p:spPr>
          <a:xfrm>
            <a:off x="881870" y="2744582"/>
            <a:ext cx="553998" cy="192446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绘制进出口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D66DFBC-46F0-49B9-B1DD-35E8C327FDA9}"/>
              </a:ext>
            </a:extLst>
          </p:cNvPr>
          <p:cNvCxnSpPr>
            <a:cxnSpLocks/>
          </p:cNvCxnSpPr>
          <p:nvPr/>
        </p:nvCxnSpPr>
        <p:spPr>
          <a:xfrm flipV="1">
            <a:off x="2431200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8BD7A7A9-36A2-49DB-A95C-70F7CFFA9C05}"/>
              </a:ext>
            </a:extLst>
          </p:cNvPr>
          <p:cNvSpPr txBox="1"/>
          <p:nvPr/>
        </p:nvSpPr>
        <p:spPr>
          <a:xfrm>
            <a:off x="2170849" y="2744582"/>
            <a:ext cx="553998" cy="192446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绘制转向线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441DB62-7A18-447D-825B-EC1ECAC1FCA4}"/>
              </a:ext>
            </a:extLst>
          </p:cNvPr>
          <p:cNvCxnSpPr>
            <a:cxnSpLocks/>
          </p:cNvCxnSpPr>
          <p:nvPr/>
        </p:nvCxnSpPr>
        <p:spPr>
          <a:xfrm flipV="1">
            <a:off x="5357071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61AF1DAA-10CA-4A27-B270-58902F0A8D2D}"/>
              </a:ext>
            </a:extLst>
          </p:cNvPr>
          <p:cNvSpPr txBox="1"/>
          <p:nvPr/>
        </p:nvSpPr>
        <p:spPr>
          <a:xfrm>
            <a:off x="5096720" y="2744582"/>
            <a:ext cx="553998" cy="30389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绘制</a:t>
            </a:r>
            <a:r>
              <a:rPr lang="en-US" altLang="zh-CN" sz="2400" b="1" dirty="0">
                <a:solidFill>
                  <a:srgbClr val="4472C4"/>
                </a:solidFill>
              </a:rPr>
              <a:t>-</a:t>
            </a:r>
            <a:r>
              <a:rPr lang="zh-CN" altLang="en-US" sz="2400" b="1" dirty="0">
                <a:solidFill>
                  <a:srgbClr val="4472C4"/>
                </a:solidFill>
              </a:rPr>
              <a:t>元素新增模式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040C28D-80DA-4489-9EB6-BE0BC10EE327}"/>
              </a:ext>
            </a:extLst>
          </p:cNvPr>
          <p:cNvCxnSpPr>
            <a:cxnSpLocks/>
          </p:cNvCxnSpPr>
          <p:nvPr/>
        </p:nvCxnSpPr>
        <p:spPr>
          <a:xfrm flipV="1">
            <a:off x="3774446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8F87B921-DEF1-410D-A9BB-7B74C0970D92}"/>
              </a:ext>
            </a:extLst>
          </p:cNvPr>
          <p:cNvSpPr txBox="1"/>
          <p:nvPr/>
        </p:nvSpPr>
        <p:spPr>
          <a:xfrm>
            <a:off x="3514095" y="2744582"/>
            <a:ext cx="553998" cy="192446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绘制检测线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6B8B54A-F8F9-4747-90DD-1DCEA9B8A2AA}"/>
              </a:ext>
            </a:extLst>
          </p:cNvPr>
          <p:cNvCxnSpPr>
            <a:cxnSpLocks/>
          </p:cNvCxnSpPr>
          <p:nvPr/>
        </p:nvCxnSpPr>
        <p:spPr>
          <a:xfrm flipV="1">
            <a:off x="6679699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43F7F3A-19E3-4DC0-AC62-08E81E1D9BD8}"/>
              </a:ext>
            </a:extLst>
          </p:cNvPr>
          <p:cNvSpPr txBox="1"/>
          <p:nvPr/>
        </p:nvSpPr>
        <p:spPr>
          <a:xfrm>
            <a:off x="6419348" y="2744582"/>
            <a:ext cx="553998" cy="30389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绘制</a:t>
            </a:r>
            <a:r>
              <a:rPr lang="en-US" altLang="zh-CN" sz="2400" b="1" dirty="0">
                <a:solidFill>
                  <a:srgbClr val="4472C4"/>
                </a:solidFill>
              </a:rPr>
              <a:t>-</a:t>
            </a:r>
            <a:r>
              <a:rPr lang="zh-CN" altLang="en-US" sz="2400" b="1" dirty="0">
                <a:solidFill>
                  <a:srgbClr val="4472C4"/>
                </a:solidFill>
              </a:rPr>
              <a:t>元素编辑模式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1008FF4-AAF1-4DBB-9580-1974B1B6A185}"/>
              </a:ext>
            </a:extLst>
          </p:cNvPr>
          <p:cNvCxnSpPr>
            <a:cxnSpLocks/>
          </p:cNvCxnSpPr>
          <p:nvPr/>
        </p:nvCxnSpPr>
        <p:spPr>
          <a:xfrm flipV="1">
            <a:off x="7975102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588E33F2-3EC4-4C57-8595-70D64D5A609E}"/>
              </a:ext>
            </a:extLst>
          </p:cNvPr>
          <p:cNvSpPr txBox="1"/>
          <p:nvPr/>
        </p:nvSpPr>
        <p:spPr>
          <a:xfrm>
            <a:off x="7714751" y="2744582"/>
            <a:ext cx="553998" cy="30389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保存修改</a:t>
            </a:r>
            <a:r>
              <a:rPr lang="en-US" altLang="zh-CN" sz="2400" b="1" dirty="0">
                <a:solidFill>
                  <a:srgbClr val="4472C4"/>
                </a:solidFill>
              </a:rPr>
              <a:t>-</a:t>
            </a:r>
            <a:r>
              <a:rPr lang="zh-CN" altLang="en-US" sz="2400" b="1" dirty="0">
                <a:solidFill>
                  <a:srgbClr val="4472C4"/>
                </a:solidFill>
              </a:rPr>
              <a:t>退出绘制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B4A460C-BF70-4F45-997E-F4C25C9BE8E7}"/>
              </a:ext>
            </a:extLst>
          </p:cNvPr>
          <p:cNvCxnSpPr>
            <a:cxnSpLocks/>
          </p:cNvCxnSpPr>
          <p:nvPr/>
        </p:nvCxnSpPr>
        <p:spPr>
          <a:xfrm flipV="1">
            <a:off x="9270504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62DE77CA-1036-4604-A05E-E5C818C33629}"/>
              </a:ext>
            </a:extLst>
          </p:cNvPr>
          <p:cNvSpPr txBox="1"/>
          <p:nvPr/>
        </p:nvSpPr>
        <p:spPr>
          <a:xfrm>
            <a:off x="9010153" y="2744582"/>
            <a:ext cx="553998" cy="346571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不用保存修改</a:t>
            </a:r>
            <a:r>
              <a:rPr lang="en-US" altLang="zh-CN" sz="2400" b="1" dirty="0">
                <a:solidFill>
                  <a:srgbClr val="4472C4"/>
                </a:solidFill>
              </a:rPr>
              <a:t>-</a:t>
            </a:r>
            <a:r>
              <a:rPr lang="zh-CN" altLang="en-US" sz="2400" b="1" dirty="0">
                <a:solidFill>
                  <a:srgbClr val="4472C4"/>
                </a:solidFill>
              </a:rPr>
              <a:t>退出绘制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A5CB9C8-54DD-4BC9-A01F-AB679DF61216}"/>
              </a:ext>
            </a:extLst>
          </p:cNvPr>
          <p:cNvCxnSpPr>
            <a:cxnSpLocks/>
          </p:cNvCxnSpPr>
          <p:nvPr/>
        </p:nvCxnSpPr>
        <p:spPr>
          <a:xfrm flipV="1">
            <a:off x="10931664" y="2179433"/>
            <a:ext cx="0" cy="565149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E03D018A-89D6-49B0-A389-B1A333F08DC5}"/>
              </a:ext>
            </a:extLst>
          </p:cNvPr>
          <p:cNvSpPr txBox="1"/>
          <p:nvPr/>
        </p:nvSpPr>
        <p:spPr>
          <a:xfrm>
            <a:off x="10671313" y="2744582"/>
            <a:ext cx="553998" cy="346571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重定位视频画板位置</a:t>
            </a:r>
          </a:p>
        </p:txBody>
      </p:sp>
    </p:spTree>
    <p:extLst>
      <p:ext uri="{BB962C8B-B14F-4D97-AF65-F5344CB8AC3E}">
        <p14:creationId xmlns:p14="http://schemas.microsoft.com/office/powerpoint/2010/main" val="309179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102E820-BA4D-468A-A44E-926AF95BE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582" y="1729000"/>
            <a:ext cx="2990476" cy="340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CB3D1F-7432-4E59-9B6E-2F68F33EA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44875"/>
            <a:ext cx="2904762" cy="338095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9D273E5-7F82-4707-9217-5CCAB18D5689}"/>
              </a:ext>
            </a:extLst>
          </p:cNvPr>
          <p:cNvSpPr/>
          <p:nvPr/>
        </p:nvSpPr>
        <p:spPr>
          <a:xfrm>
            <a:off x="4550452" y="1818322"/>
            <a:ext cx="1294088" cy="316708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3C48C8-C14E-473B-BDC9-1CC00BDED99F}"/>
              </a:ext>
            </a:extLst>
          </p:cNvPr>
          <p:cNvSpPr/>
          <p:nvPr/>
        </p:nvSpPr>
        <p:spPr>
          <a:xfrm>
            <a:off x="7706674" y="1818322"/>
            <a:ext cx="1294088" cy="316708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D5439F-5798-4DC0-8255-CE4585F7B197}"/>
              </a:ext>
            </a:extLst>
          </p:cNvPr>
          <p:cNvSpPr txBox="1"/>
          <p:nvPr/>
        </p:nvSpPr>
        <p:spPr>
          <a:xfrm>
            <a:off x="5145029" y="1356657"/>
            <a:ext cx="95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关闭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A1563D-23AE-4940-8330-38BE99F544DB}"/>
              </a:ext>
            </a:extLst>
          </p:cNvPr>
          <p:cNvSpPr txBox="1"/>
          <p:nvPr/>
        </p:nvSpPr>
        <p:spPr>
          <a:xfrm>
            <a:off x="8324111" y="1356657"/>
            <a:ext cx="95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472C4"/>
                </a:solidFill>
              </a:rPr>
              <a:t>打开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767941-73FC-435F-A189-55751997DA86}"/>
              </a:ext>
            </a:extLst>
          </p:cNvPr>
          <p:cNvSpPr/>
          <p:nvPr/>
        </p:nvSpPr>
        <p:spPr>
          <a:xfrm>
            <a:off x="2939778" y="3282950"/>
            <a:ext cx="2830280" cy="380815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37308B-BF1D-44AC-9792-375B379A23C8}"/>
              </a:ext>
            </a:extLst>
          </p:cNvPr>
          <p:cNvSpPr/>
          <p:nvPr/>
        </p:nvSpPr>
        <p:spPr>
          <a:xfrm>
            <a:off x="6170482" y="3279775"/>
            <a:ext cx="2830280" cy="380815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879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02F33B6-A0FD-4443-91ED-A10922F1A28D}"/>
              </a:ext>
            </a:extLst>
          </p:cNvPr>
          <p:cNvCxnSpPr>
            <a:cxnSpLocks/>
          </p:cNvCxnSpPr>
          <p:nvPr/>
        </p:nvCxnSpPr>
        <p:spPr>
          <a:xfrm>
            <a:off x="7197124" y="3200400"/>
            <a:ext cx="22987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9D5B7E1-3828-41B6-9941-D1C67993BF4B}"/>
              </a:ext>
            </a:extLst>
          </p:cNvPr>
          <p:cNvCxnSpPr>
            <a:cxnSpLocks/>
          </p:cNvCxnSpPr>
          <p:nvPr/>
        </p:nvCxnSpPr>
        <p:spPr>
          <a:xfrm>
            <a:off x="8309644" y="2161218"/>
            <a:ext cx="0" cy="1047750"/>
          </a:xfrm>
          <a:prstGeom prst="line">
            <a:avLst/>
          </a:prstGeom>
          <a:ln w="25400">
            <a:prstDash val="solid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9D856C4-EEFE-4801-A91B-ED2886E1C9D2}"/>
              </a:ext>
            </a:extLst>
          </p:cNvPr>
          <p:cNvCxnSpPr>
            <a:cxnSpLocks/>
          </p:cNvCxnSpPr>
          <p:nvPr/>
        </p:nvCxnSpPr>
        <p:spPr>
          <a:xfrm>
            <a:off x="3636645" y="3200400"/>
            <a:ext cx="2057400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DE0F2DB-F7BC-4D7B-9DC4-5BC08B7861F1}"/>
              </a:ext>
            </a:extLst>
          </p:cNvPr>
          <p:cNvCxnSpPr>
            <a:cxnSpLocks/>
          </p:cNvCxnSpPr>
          <p:nvPr/>
        </p:nvCxnSpPr>
        <p:spPr>
          <a:xfrm flipV="1">
            <a:off x="4667726" y="3217065"/>
            <a:ext cx="0" cy="1347792"/>
          </a:xfrm>
          <a:prstGeom prst="line">
            <a:avLst/>
          </a:prstGeom>
          <a:ln w="25400">
            <a:prstDash val="solid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A722B23-4983-4225-A699-5528D5B8B393}"/>
              </a:ext>
            </a:extLst>
          </p:cNvPr>
          <p:cNvSpPr txBox="1"/>
          <p:nvPr/>
        </p:nvSpPr>
        <p:spPr>
          <a:xfrm>
            <a:off x="6096000" y="2929087"/>
            <a:ext cx="1294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472C4"/>
                </a:solidFill>
              </a:rPr>
              <a:t>进口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697E14-D0FE-44EB-8B53-1F32FFE72E36}"/>
              </a:ext>
            </a:extLst>
          </p:cNvPr>
          <p:cNvSpPr txBox="1"/>
          <p:nvPr/>
        </p:nvSpPr>
        <p:spPr>
          <a:xfrm>
            <a:off x="2465589" y="2948518"/>
            <a:ext cx="1294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472C4"/>
                </a:solidFill>
              </a:rPr>
              <a:t>出口</a:t>
            </a:r>
          </a:p>
        </p:txBody>
      </p:sp>
      <p:sp>
        <p:nvSpPr>
          <p:cNvPr id="22" name="不完整圆 21">
            <a:extLst>
              <a:ext uri="{FF2B5EF4-FFF2-40B4-BE49-F238E27FC236}">
                <a16:creationId xmlns:a16="http://schemas.microsoft.com/office/drawing/2014/main" id="{4F911769-BE12-4D53-8320-335D7FE33070}"/>
              </a:ext>
            </a:extLst>
          </p:cNvPr>
          <p:cNvSpPr/>
          <p:nvPr/>
        </p:nvSpPr>
        <p:spPr>
          <a:xfrm rot="13044514">
            <a:off x="7384240" y="2256190"/>
            <a:ext cx="1850807" cy="1855080"/>
          </a:xfrm>
          <a:prstGeom prst="pie">
            <a:avLst>
              <a:gd name="adj1" fmla="val 20943560"/>
              <a:gd name="adj2" fmla="val 7176388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  <a:alpha val="34000"/>
                </a:schemeClr>
              </a:gs>
              <a:gs pos="100000">
                <a:schemeClr val="accent1">
                  <a:shade val="100000"/>
                  <a:satMod val="115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FC121B3-023A-4B9B-AEBC-9600774E1E74}"/>
                  </a:ext>
                </a:extLst>
              </p:cNvPr>
              <p:cNvSpPr txBox="1"/>
              <p:nvPr/>
            </p:nvSpPr>
            <p:spPr>
              <a:xfrm>
                <a:off x="4901928" y="1498313"/>
                <a:ext cx="2107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角度</m:t>
                      </m:r>
                      <m:r>
                        <a:rPr lang="zh-CN" alt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容差</m:t>
                      </m:r>
                      <m:r>
                        <a:rPr lang="en-US" altLang="zh-CN" sz="2400" b="1" i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400" b="1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FC121B3-023A-4B9B-AEBC-9600774E1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28" y="1498313"/>
                <a:ext cx="2107048" cy="461665"/>
              </a:xfrm>
              <a:prstGeom prst="rect">
                <a:avLst/>
              </a:prstGeom>
              <a:blipFill>
                <a:blip r:embed="rId2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弧形 25">
            <a:extLst>
              <a:ext uri="{FF2B5EF4-FFF2-40B4-BE49-F238E27FC236}">
                <a16:creationId xmlns:a16="http://schemas.microsoft.com/office/drawing/2014/main" id="{0B040D64-2B37-4D8F-9883-775B79748D74}"/>
              </a:ext>
            </a:extLst>
          </p:cNvPr>
          <p:cNvSpPr/>
          <p:nvPr/>
        </p:nvSpPr>
        <p:spPr>
          <a:xfrm>
            <a:off x="8052434" y="2890840"/>
            <a:ext cx="538160" cy="538160"/>
          </a:xfrm>
          <a:prstGeom prst="arc">
            <a:avLst>
              <a:gd name="adj1" fmla="val 16200000"/>
              <a:gd name="adj2" fmla="val 20391818"/>
            </a:avLst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1D7FAC6-26AC-4215-9895-57661CA9FEEA}"/>
                  </a:ext>
                </a:extLst>
              </p:cNvPr>
              <p:cNvSpPr txBox="1"/>
              <p:nvPr/>
            </p:nvSpPr>
            <p:spPr>
              <a:xfrm>
                <a:off x="8358039" y="2510136"/>
                <a:ext cx="4651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400" b="1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1D7FAC6-26AC-4215-9895-57661CA9F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039" y="2510136"/>
                <a:ext cx="46510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不完整圆 27">
            <a:extLst>
              <a:ext uri="{FF2B5EF4-FFF2-40B4-BE49-F238E27FC236}">
                <a16:creationId xmlns:a16="http://schemas.microsoft.com/office/drawing/2014/main" id="{849C3DC1-6213-4DEF-9DE1-C9CE2C4CB922}"/>
              </a:ext>
            </a:extLst>
          </p:cNvPr>
          <p:cNvSpPr/>
          <p:nvPr/>
        </p:nvSpPr>
        <p:spPr>
          <a:xfrm rot="8574363" flipV="1">
            <a:off x="3740345" y="2256980"/>
            <a:ext cx="1850807" cy="1903975"/>
          </a:xfrm>
          <a:prstGeom prst="pie">
            <a:avLst>
              <a:gd name="adj1" fmla="val 20943560"/>
              <a:gd name="adj2" fmla="val 7176388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  <a:alpha val="34000"/>
                </a:schemeClr>
              </a:gs>
              <a:gs pos="100000">
                <a:schemeClr val="accent1">
                  <a:shade val="100000"/>
                  <a:satMod val="115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981E6F6-F2B6-43FE-9A11-F079C52BBF82}"/>
                  </a:ext>
                </a:extLst>
              </p:cNvPr>
              <p:cNvSpPr txBox="1"/>
              <p:nvPr/>
            </p:nvSpPr>
            <p:spPr>
              <a:xfrm>
                <a:off x="7697830" y="2510136"/>
                <a:ext cx="4651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400" b="1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981E6F6-F2B6-43FE-9A11-F079C52BB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830" y="2510136"/>
                <a:ext cx="46510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弧形 29">
            <a:extLst>
              <a:ext uri="{FF2B5EF4-FFF2-40B4-BE49-F238E27FC236}">
                <a16:creationId xmlns:a16="http://schemas.microsoft.com/office/drawing/2014/main" id="{0FCA4534-D96D-4269-9913-06116CBF38BF}"/>
              </a:ext>
            </a:extLst>
          </p:cNvPr>
          <p:cNvSpPr/>
          <p:nvPr/>
        </p:nvSpPr>
        <p:spPr>
          <a:xfrm flipH="1">
            <a:off x="8025818" y="2890840"/>
            <a:ext cx="538160" cy="538160"/>
          </a:xfrm>
          <a:prstGeom prst="arc">
            <a:avLst>
              <a:gd name="adj1" fmla="val 16200000"/>
              <a:gd name="adj2" fmla="val 20191599"/>
            </a:avLst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弧形 30">
            <a:extLst>
              <a:ext uri="{FF2B5EF4-FFF2-40B4-BE49-F238E27FC236}">
                <a16:creationId xmlns:a16="http://schemas.microsoft.com/office/drawing/2014/main" id="{912C570C-6775-43AF-A40E-B3451D5DD071}"/>
              </a:ext>
            </a:extLst>
          </p:cNvPr>
          <p:cNvSpPr/>
          <p:nvPr/>
        </p:nvSpPr>
        <p:spPr>
          <a:xfrm flipV="1">
            <a:off x="4416621" y="2976468"/>
            <a:ext cx="538160" cy="538160"/>
          </a:xfrm>
          <a:prstGeom prst="arc">
            <a:avLst>
              <a:gd name="adj1" fmla="val 16200000"/>
              <a:gd name="adj2" fmla="val 20391818"/>
            </a:avLst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0A8AB21-092C-4767-9668-FB83B60F8365}"/>
                  </a:ext>
                </a:extLst>
              </p:cNvPr>
              <p:cNvSpPr txBox="1"/>
              <p:nvPr/>
            </p:nvSpPr>
            <p:spPr>
              <a:xfrm>
                <a:off x="4741360" y="3326018"/>
                <a:ext cx="4651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400" b="1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0A8AB21-092C-4767-9668-FB83B60F8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360" y="3326018"/>
                <a:ext cx="46510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6F01375-E0B3-44C2-8C7D-3C75A1ABFC7B}"/>
                  </a:ext>
                </a:extLst>
              </p:cNvPr>
              <p:cNvSpPr txBox="1"/>
              <p:nvPr/>
            </p:nvSpPr>
            <p:spPr>
              <a:xfrm>
                <a:off x="4143647" y="3331880"/>
                <a:ext cx="4651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400" b="1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6F01375-E0B3-44C2-8C7D-3C75A1ABF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647" y="3331880"/>
                <a:ext cx="46510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弧形 33">
            <a:extLst>
              <a:ext uri="{FF2B5EF4-FFF2-40B4-BE49-F238E27FC236}">
                <a16:creationId xmlns:a16="http://schemas.microsoft.com/office/drawing/2014/main" id="{AE7158B7-20D2-442A-9B2B-47999EFDC4B6}"/>
              </a:ext>
            </a:extLst>
          </p:cNvPr>
          <p:cNvSpPr/>
          <p:nvPr/>
        </p:nvSpPr>
        <p:spPr>
          <a:xfrm flipH="1" flipV="1">
            <a:off x="4385498" y="2971801"/>
            <a:ext cx="538160" cy="538160"/>
          </a:xfrm>
          <a:prstGeom prst="arc">
            <a:avLst>
              <a:gd name="adj1" fmla="val 16200000"/>
              <a:gd name="adj2" fmla="val 20191599"/>
            </a:avLst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282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00EF696-7E3E-4743-88CF-234215823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935" y="1047750"/>
            <a:ext cx="2895600" cy="4762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F32C0B1-811D-4459-9171-441033DFDF67}"/>
              </a:ext>
            </a:extLst>
          </p:cNvPr>
          <p:cNvSpPr/>
          <p:nvPr/>
        </p:nvSpPr>
        <p:spPr>
          <a:xfrm>
            <a:off x="7164112" y="1834514"/>
            <a:ext cx="2791418" cy="27003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582F54D-E616-4D37-8CD3-42848301DCF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303645" y="1969532"/>
            <a:ext cx="86046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4D7E87A-35C1-4DAA-9125-995D96CF76C2}"/>
              </a:ext>
            </a:extLst>
          </p:cNvPr>
          <p:cNvSpPr txBox="1"/>
          <p:nvPr/>
        </p:nvSpPr>
        <p:spPr>
          <a:xfrm>
            <a:off x="4154805" y="1738698"/>
            <a:ext cx="233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472C4"/>
                </a:solidFill>
              </a:rPr>
              <a:t>进出口父类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DE5E4F-1FF9-4979-8FAF-92E89D0D8DF2}"/>
              </a:ext>
            </a:extLst>
          </p:cNvPr>
          <p:cNvSpPr txBox="1"/>
          <p:nvPr/>
        </p:nvSpPr>
        <p:spPr>
          <a:xfrm>
            <a:off x="5371311" y="3344546"/>
            <a:ext cx="14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4472C4"/>
                </a:solidFill>
              </a:rPr>
              <a:t>进出口元素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1A92B58-E4D9-407A-9E7D-6B20CFE6304C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6817567" y="3529212"/>
            <a:ext cx="640703" cy="1"/>
          </a:xfrm>
          <a:prstGeom prst="straightConnector1">
            <a:avLst/>
          </a:prstGeom>
          <a:ln>
            <a:solidFill>
              <a:srgbClr val="4472C4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99D1146-0D68-4C41-94E4-348B671AA175}"/>
              </a:ext>
            </a:extLst>
          </p:cNvPr>
          <p:cNvSpPr/>
          <p:nvPr/>
        </p:nvSpPr>
        <p:spPr>
          <a:xfrm>
            <a:off x="7458270" y="2163044"/>
            <a:ext cx="2491040" cy="2732338"/>
          </a:xfrm>
          <a:prstGeom prst="rect">
            <a:avLst/>
          </a:prstGeom>
          <a:solidFill>
            <a:schemeClr val="accent1">
              <a:lumMod val="75000"/>
              <a:alpha val="29000"/>
            </a:schemeClr>
          </a:solidFill>
          <a:ln>
            <a:solidFill>
              <a:srgbClr val="4472C4">
                <a:alpha val="17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AB2F4A-D565-494A-98A5-BDCDBC60134E}"/>
              </a:ext>
            </a:extLst>
          </p:cNvPr>
          <p:cNvSpPr/>
          <p:nvPr/>
        </p:nvSpPr>
        <p:spPr>
          <a:xfrm>
            <a:off x="7164112" y="5019364"/>
            <a:ext cx="2791418" cy="27003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8845E1A-EFA1-4A0E-B651-E87F690D4A0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303645" y="5154382"/>
            <a:ext cx="86046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104395D-F798-4A69-B2D4-9051FD617B36}"/>
              </a:ext>
            </a:extLst>
          </p:cNvPr>
          <p:cNvSpPr/>
          <p:nvPr/>
        </p:nvSpPr>
        <p:spPr>
          <a:xfrm>
            <a:off x="7164112" y="5376062"/>
            <a:ext cx="2791418" cy="27003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4557A41-C042-4ED4-97EA-842A00EFE93F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6303645" y="5511080"/>
            <a:ext cx="860467" cy="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60DBA861-9562-43AD-828B-A035DEB66F45}"/>
              </a:ext>
            </a:extLst>
          </p:cNvPr>
          <p:cNvSpPr txBox="1"/>
          <p:nvPr/>
        </p:nvSpPr>
        <p:spPr>
          <a:xfrm>
            <a:off x="4154805" y="4871066"/>
            <a:ext cx="233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472C4"/>
                </a:solidFill>
              </a:rPr>
              <a:t>转向线父类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719BD3A-7C7A-46C4-8E77-636410280EEE}"/>
              </a:ext>
            </a:extLst>
          </p:cNvPr>
          <p:cNvSpPr txBox="1"/>
          <p:nvPr/>
        </p:nvSpPr>
        <p:spPr>
          <a:xfrm>
            <a:off x="4154805" y="5278453"/>
            <a:ext cx="233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472C4"/>
                </a:solidFill>
              </a:rPr>
              <a:t>检测线父类</a:t>
            </a:r>
          </a:p>
        </p:txBody>
      </p:sp>
    </p:spTree>
    <p:extLst>
      <p:ext uri="{BB962C8B-B14F-4D97-AF65-F5344CB8AC3E}">
        <p14:creationId xmlns:p14="http://schemas.microsoft.com/office/powerpoint/2010/main" val="48458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0DB43D9-1F60-4A3F-B73F-C99212033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38" y="1228725"/>
            <a:ext cx="2781300" cy="3048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920DC60-5565-4144-9F5B-5F7997B49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38" y="1598612"/>
            <a:ext cx="2781300" cy="2762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D215B63-0B44-4F8E-8886-D15710AED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0" y="1939924"/>
            <a:ext cx="2809875" cy="29527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88DCF93-7E20-419B-958E-F57014007242}"/>
              </a:ext>
            </a:extLst>
          </p:cNvPr>
          <p:cNvSpPr/>
          <p:nvPr/>
        </p:nvSpPr>
        <p:spPr>
          <a:xfrm>
            <a:off x="4054359" y="3177541"/>
            <a:ext cx="2673466" cy="336154"/>
          </a:xfrm>
          <a:prstGeom prst="roundRect">
            <a:avLst>
              <a:gd name="adj" fmla="val 7334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CC56404B-A9CF-4642-86E7-9D825571AE4F}"/>
              </a:ext>
            </a:extLst>
          </p:cNvPr>
          <p:cNvSpPr/>
          <p:nvPr/>
        </p:nvSpPr>
        <p:spPr>
          <a:xfrm rot="10800000">
            <a:off x="4153575" y="3332243"/>
            <a:ext cx="107156" cy="58103"/>
          </a:xfrm>
          <a:prstGeom prst="triangle">
            <a:avLst/>
          </a:prstGeom>
          <a:solidFill>
            <a:srgbClr val="1717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361633B3-42EE-4736-B15F-3E25336046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673" y="3212070"/>
            <a:ext cx="304800" cy="304800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F695A30C-B8DB-400E-A261-1C5A2B807F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0128" y="3285095"/>
            <a:ext cx="152400" cy="1524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8710211-4592-441C-B0A3-26777785CD7D}"/>
              </a:ext>
            </a:extLst>
          </p:cNvPr>
          <p:cNvSpPr txBox="1"/>
          <p:nvPr/>
        </p:nvSpPr>
        <p:spPr>
          <a:xfrm>
            <a:off x="4594962" y="3206920"/>
            <a:ext cx="742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进出口</a:t>
            </a: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C949F242-40B0-4E94-A3FC-5B28A5D4F5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6387" y="3394066"/>
            <a:ext cx="242434" cy="242434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6E42FAC-82A4-49CC-BF2E-C9DF2A5A7866}"/>
              </a:ext>
            </a:extLst>
          </p:cNvPr>
          <p:cNvSpPr/>
          <p:nvPr/>
        </p:nvSpPr>
        <p:spPr>
          <a:xfrm>
            <a:off x="4054359" y="3783803"/>
            <a:ext cx="2673466" cy="336154"/>
          </a:xfrm>
          <a:prstGeom prst="roundRect">
            <a:avLst>
              <a:gd name="adj" fmla="val 7334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形 23">
            <a:extLst>
              <a:ext uri="{FF2B5EF4-FFF2-40B4-BE49-F238E27FC236}">
                <a16:creationId xmlns:a16="http://schemas.microsoft.com/office/drawing/2014/main" id="{80B8B019-AE0F-4152-BBBF-AEDF8376BD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0128" y="3891357"/>
            <a:ext cx="152400" cy="152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E1909F85-10D2-41E9-9BF4-B13C68DA42D7}"/>
              </a:ext>
            </a:extLst>
          </p:cNvPr>
          <p:cNvSpPr txBox="1"/>
          <p:nvPr/>
        </p:nvSpPr>
        <p:spPr>
          <a:xfrm>
            <a:off x="4594962" y="3813182"/>
            <a:ext cx="742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转向线</a:t>
            </a:r>
          </a:p>
        </p:txBody>
      </p:sp>
      <p:pic>
        <p:nvPicPr>
          <p:cNvPr id="26" name="图形 25">
            <a:extLst>
              <a:ext uri="{FF2B5EF4-FFF2-40B4-BE49-F238E27FC236}">
                <a16:creationId xmlns:a16="http://schemas.microsoft.com/office/drawing/2014/main" id="{EBFD687F-C7EF-4420-98DE-6B57BAB170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6387" y="4000328"/>
            <a:ext cx="242434" cy="242434"/>
          </a:xfrm>
          <a:prstGeom prst="rect">
            <a:avLst/>
          </a:prstGeom>
        </p:spPr>
      </p:pic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4D54E55-025F-4228-B704-C510859A1C93}"/>
              </a:ext>
            </a:extLst>
          </p:cNvPr>
          <p:cNvSpPr/>
          <p:nvPr/>
        </p:nvSpPr>
        <p:spPr>
          <a:xfrm>
            <a:off x="4054359" y="4306706"/>
            <a:ext cx="2673466" cy="336154"/>
          </a:xfrm>
          <a:prstGeom prst="roundRect">
            <a:avLst>
              <a:gd name="adj" fmla="val 7334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形 29">
            <a:extLst>
              <a:ext uri="{FF2B5EF4-FFF2-40B4-BE49-F238E27FC236}">
                <a16:creationId xmlns:a16="http://schemas.microsoft.com/office/drawing/2014/main" id="{149E918F-C3D1-4041-947C-571DB3459A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0128" y="4414260"/>
            <a:ext cx="152400" cy="152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84371947-1317-4C10-82B3-081DBDE8C554}"/>
              </a:ext>
            </a:extLst>
          </p:cNvPr>
          <p:cNvSpPr txBox="1"/>
          <p:nvPr/>
        </p:nvSpPr>
        <p:spPr>
          <a:xfrm>
            <a:off x="4594962" y="4336085"/>
            <a:ext cx="742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检测线</a:t>
            </a: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FD3E41AF-5903-4D54-81D7-1121772693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6387" y="4523231"/>
            <a:ext cx="242434" cy="242434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08A4211C-F596-4CFE-9847-BE115226982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95745" y="3813182"/>
            <a:ext cx="304800" cy="304800"/>
          </a:xfrm>
          <a:prstGeom prst="rect">
            <a:avLst/>
          </a:prstGeom>
        </p:spPr>
      </p:pic>
      <p:pic>
        <p:nvPicPr>
          <p:cNvPr id="36" name="图形 35">
            <a:extLst>
              <a:ext uri="{FF2B5EF4-FFF2-40B4-BE49-F238E27FC236}">
                <a16:creationId xmlns:a16="http://schemas.microsoft.com/office/drawing/2014/main" id="{FE24691C-475D-4CB1-AA48-64044BF8003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98084" y="4336085"/>
            <a:ext cx="304800" cy="304800"/>
          </a:xfrm>
          <a:prstGeom prst="rect">
            <a:avLst/>
          </a:prstGeom>
        </p:spPr>
      </p:pic>
      <p:sp>
        <p:nvSpPr>
          <p:cNvPr id="37" name="等腰三角形 36">
            <a:extLst>
              <a:ext uri="{FF2B5EF4-FFF2-40B4-BE49-F238E27FC236}">
                <a16:creationId xmlns:a16="http://schemas.microsoft.com/office/drawing/2014/main" id="{A82E14A7-C870-4D4C-AFE7-12D9DEDAA992}"/>
              </a:ext>
            </a:extLst>
          </p:cNvPr>
          <p:cNvSpPr/>
          <p:nvPr/>
        </p:nvSpPr>
        <p:spPr>
          <a:xfrm rot="10800000">
            <a:off x="4153575" y="3934844"/>
            <a:ext cx="107156" cy="58103"/>
          </a:xfrm>
          <a:prstGeom prst="triangle">
            <a:avLst/>
          </a:prstGeom>
          <a:solidFill>
            <a:srgbClr val="1717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3C9F481D-9B04-40B6-A617-88BA6B5693F6}"/>
              </a:ext>
            </a:extLst>
          </p:cNvPr>
          <p:cNvSpPr/>
          <p:nvPr/>
        </p:nvSpPr>
        <p:spPr>
          <a:xfrm rot="10800000">
            <a:off x="4153575" y="4459433"/>
            <a:ext cx="107156" cy="58103"/>
          </a:xfrm>
          <a:prstGeom prst="triangle">
            <a:avLst/>
          </a:prstGeom>
          <a:solidFill>
            <a:srgbClr val="1717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76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7F3D7F-3C05-E279-C50A-625BE8458E67}"/>
              </a:ext>
            </a:extLst>
          </p:cNvPr>
          <p:cNvSpPr/>
          <p:nvPr/>
        </p:nvSpPr>
        <p:spPr>
          <a:xfrm>
            <a:off x="-965200" y="0"/>
            <a:ext cx="660400" cy="660400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4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6686CA-D16F-EAE2-AB65-D320A539A403}"/>
              </a:ext>
            </a:extLst>
          </p:cNvPr>
          <p:cNvSpPr/>
          <p:nvPr/>
        </p:nvSpPr>
        <p:spPr>
          <a:xfrm>
            <a:off x="-965200" y="850900"/>
            <a:ext cx="660400" cy="6604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90000"/>
                  <a:lumOff val="1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>
            <a:outerShdw blurRad="254000" dist="123444" dir="5400000" sx="99000" sy="99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944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DAEFBED4-09C6-EC42-8049-FD28DBE9279D}"/>
              </a:ext>
            </a:extLst>
          </p:cNvPr>
          <p:cNvSpPr/>
          <p:nvPr/>
        </p:nvSpPr>
        <p:spPr>
          <a:xfrm>
            <a:off x="-965200" y="1703045"/>
            <a:ext cx="660400" cy="660400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lumMod val="90000"/>
                  <a:lumOff val="1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>
            <a:outerShdw blurRad="254000" dist="50800" dir="5400000" sx="108000" sy="108000" algn="ctr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4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4" name="圆角矩形 6">
            <a:extLst>
              <a:ext uri="{FF2B5EF4-FFF2-40B4-BE49-F238E27FC236}">
                <a16:creationId xmlns:a16="http://schemas.microsoft.com/office/drawing/2014/main" id="{AEE464C1-8BE6-4401-83BC-792A2D1A35A9}"/>
              </a:ext>
            </a:extLst>
          </p:cNvPr>
          <p:cNvSpPr/>
          <p:nvPr/>
        </p:nvSpPr>
        <p:spPr>
          <a:xfrm>
            <a:off x="1011555" y="1356361"/>
            <a:ext cx="9957435" cy="3495558"/>
          </a:xfrm>
          <a:prstGeom prst="roundRect">
            <a:avLst>
              <a:gd name="adj" fmla="val 1847"/>
            </a:avLst>
          </a:prstGeom>
          <a:gradFill>
            <a:gsLst>
              <a:gs pos="34000">
                <a:schemeClr val="accent1">
                  <a:lumMod val="10000"/>
                  <a:lumOff val="90000"/>
                </a:schemeClr>
              </a:gs>
              <a:gs pos="0">
                <a:schemeClr val="bg1"/>
              </a:gs>
              <a:gs pos="100000">
                <a:srgbClr val="FDFDFF"/>
              </a:gs>
            </a:gsLst>
            <a:lin ang="2700000" scaled="0"/>
          </a:gradFill>
          <a:ln w="15875">
            <a:gradFill>
              <a:gsLst>
                <a:gs pos="0">
                  <a:schemeClr val="bg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>
            <a:outerShdw blurRad="76200" dist="25400" dir="5400000" algn="tl" rotWithShape="0">
              <a:srgbClr val="4874CB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60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ounded Rectangle">
            <a:extLst>
              <a:ext uri="{FF2B5EF4-FFF2-40B4-BE49-F238E27FC236}">
                <a16:creationId xmlns:a16="http://schemas.microsoft.com/office/drawing/2014/main" id="{F86EFC6A-5AE2-4C8A-8AD2-767279D89C74}"/>
              </a:ext>
            </a:extLst>
          </p:cNvPr>
          <p:cNvSpPr/>
          <p:nvPr/>
        </p:nvSpPr>
        <p:spPr>
          <a:xfrm>
            <a:off x="1125855" y="1453515"/>
            <a:ext cx="4679950" cy="3288823"/>
          </a:xfrm>
          <a:prstGeom prst="roundRect">
            <a:avLst>
              <a:gd name="adj" fmla="val 1578"/>
            </a:avLst>
          </a:prstGeom>
          <a:solidFill>
            <a:schemeClr val="accent1">
              <a:alpha val="10000"/>
            </a:schemeClr>
          </a:solidFill>
          <a:ln w="15875">
            <a:noFill/>
          </a:ln>
          <a:effectLst>
            <a:outerShdw blurRad="254000" dist="152400" dir="5400000" algn="t" rotWithShape="0">
              <a:srgbClr val="4869EE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endParaRPr lang="zh-CN" altLang="en-US" sz="1000" dirty="0"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OPPOSans M" pitchFamily="18" charset="-122"/>
            </a:endParaRPr>
          </a:p>
        </p:txBody>
      </p:sp>
      <p:sp>
        <p:nvSpPr>
          <p:cNvPr id="66" name="Rounded Rectangle">
            <a:extLst>
              <a:ext uri="{FF2B5EF4-FFF2-40B4-BE49-F238E27FC236}">
                <a16:creationId xmlns:a16="http://schemas.microsoft.com/office/drawing/2014/main" id="{438D5389-E35B-4B91-BEB1-69BABBC9E9D7}"/>
              </a:ext>
            </a:extLst>
          </p:cNvPr>
          <p:cNvSpPr/>
          <p:nvPr/>
        </p:nvSpPr>
        <p:spPr>
          <a:xfrm>
            <a:off x="6182360" y="1453515"/>
            <a:ext cx="4679950" cy="3288823"/>
          </a:xfrm>
          <a:prstGeom prst="roundRect">
            <a:avLst>
              <a:gd name="adj" fmla="val 1578"/>
            </a:avLst>
          </a:prstGeom>
          <a:solidFill>
            <a:schemeClr val="accent1">
              <a:alpha val="10000"/>
            </a:schemeClr>
          </a:solidFill>
          <a:ln w="15875">
            <a:noFill/>
          </a:ln>
          <a:effectLst>
            <a:outerShdw blurRad="254000" dist="152400" dir="5400000" algn="t" rotWithShape="0">
              <a:srgbClr val="4869EE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endParaRPr lang="zh-CN" altLang="en-US" sz="1000" dirty="0">
              <a:solidFill>
                <a:schemeClr val="tx2">
                  <a:lumMod val="7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OPPOSans M" pitchFamily="18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3180279-D4A1-4571-9638-7B0D6645622C}"/>
              </a:ext>
            </a:extLst>
          </p:cNvPr>
          <p:cNvSpPr txBox="1"/>
          <p:nvPr/>
        </p:nvSpPr>
        <p:spPr>
          <a:xfrm>
            <a:off x="2650172" y="1482090"/>
            <a:ext cx="17932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gradFill>
                  <a:gsLst>
                    <a:gs pos="1000">
                      <a:srgbClr val="276BBD"/>
                    </a:gs>
                    <a:gs pos="100000">
                      <a:srgbClr val="003D72"/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视频库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99D59A4-5A05-4C96-8EDE-1B4464C225B9}"/>
              </a:ext>
            </a:extLst>
          </p:cNvPr>
          <p:cNvSpPr txBox="1"/>
          <p:nvPr/>
        </p:nvSpPr>
        <p:spPr>
          <a:xfrm>
            <a:off x="7708902" y="1482090"/>
            <a:ext cx="17932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gradFill>
                  <a:gsLst>
                    <a:gs pos="1000">
                      <a:srgbClr val="5492DC"/>
                    </a:gs>
                    <a:gs pos="100000">
                      <a:srgbClr val="276BBD"/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项目集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754A26E-3CBD-4655-908B-7F9FA8104B5F}"/>
              </a:ext>
            </a:extLst>
          </p:cNvPr>
          <p:cNvSpPr txBox="1"/>
          <p:nvPr/>
        </p:nvSpPr>
        <p:spPr>
          <a:xfrm>
            <a:off x="2185670" y="1746250"/>
            <a:ext cx="25603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集中管理视频资源、统一调度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集群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2D62A20-F228-4283-9F14-77175F46B766}"/>
              </a:ext>
            </a:extLst>
          </p:cNvPr>
          <p:cNvSpPr txBox="1"/>
          <p:nvPr/>
        </p:nvSpPr>
        <p:spPr>
          <a:xfrm>
            <a:off x="7242174" y="1757680"/>
            <a:ext cx="27641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基于视频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轨迹数据，进行配置与分析</a:t>
            </a:r>
          </a:p>
        </p:txBody>
      </p:sp>
      <p:sp>
        <p:nvSpPr>
          <p:cNvPr id="71" name="圆角矩形 3210">
            <a:extLst>
              <a:ext uri="{FF2B5EF4-FFF2-40B4-BE49-F238E27FC236}">
                <a16:creationId xmlns:a16="http://schemas.microsoft.com/office/drawing/2014/main" id="{853C8109-1EAA-48B5-B822-5BADC018308C}"/>
              </a:ext>
            </a:extLst>
          </p:cNvPr>
          <p:cNvSpPr/>
          <p:nvPr/>
        </p:nvSpPr>
        <p:spPr>
          <a:xfrm>
            <a:off x="1257300" y="2051050"/>
            <a:ext cx="4417060" cy="1008000"/>
          </a:xfrm>
          <a:prstGeom prst="roundRect">
            <a:avLst>
              <a:gd name="adj" fmla="val 7952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/>
                </a:gs>
                <a:gs pos="98000">
                  <a:schemeClr val="accent1">
                    <a:alpha val="2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OPPOSans M" pitchFamily="18" charset="-122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EAFD7C5-65EF-4F24-9CA2-75C8011C83CB}"/>
              </a:ext>
            </a:extLst>
          </p:cNvPr>
          <p:cNvGrpSpPr/>
          <p:nvPr/>
        </p:nvGrpSpPr>
        <p:grpSpPr>
          <a:xfrm>
            <a:off x="1379855" y="2225040"/>
            <a:ext cx="4171950" cy="359410"/>
            <a:chOff x="3369" y="3689"/>
            <a:chExt cx="6570" cy="566"/>
          </a:xfrm>
        </p:grpSpPr>
        <p:sp>
          <p:nvSpPr>
            <p:cNvPr id="73" name="圆角矩形 73">
              <a:extLst>
                <a:ext uri="{FF2B5EF4-FFF2-40B4-BE49-F238E27FC236}">
                  <a16:creationId xmlns:a16="http://schemas.microsoft.com/office/drawing/2014/main" id="{4EFFDE2F-96F1-4BD1-A6CB-0923368F7207}"/>
                </a:ext>
              </a:extLst>
            </p:cNvPr>
            <p:cNvSpPr/>
            <p:nvPr/>
          </p:nvSpPr>
          <p:spPr>
            <a:xfrm>
              <a:off x="3369" y="3689"/>
              <a:ext cx="2948" cy="567"/>
            </a:xfrm>
            <a:prstGeom prst="roundRect">
              <a:avLst/>
            </a:prstGeom>
            <a:solidFill>
              <a:srgbClr val="4874CB">
                <a:alpha val="10000"/>
              </a:srgbClr>
            </a:solidFill>
            <a:ln w="6350" cap="flat" cmpd="sng" algn="ctr">
              <a:solidFill>
                <a:srgbClr val="4874C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点位管理</a:t>
              </a:r>
            </a:p>
          </p:txBody>
        </p:sp>
        <p:sp>
          <p:nvSpPr>
            <p:cNvPr id="74" name="圆角矩形 75">
              <a:extLst>
                <a:ext uri="{FF2B5EF4-FFF2-40B4-BE49-F238E27FC236}">
                  <a16:creationId xmlns:a16="http://schemas.microsoft.com/office/drawing/2014/main" id="{EC60910B-26FB-4F03-BA6E-19FFA2C23545}"/>
                </a:ext>
              </a:extLst>
            </p:cNvPr>
            <p:cNvSpPr/>
            <p:nvPr/>
          </p:nvSpPr>
          <p:spPr>
            <a:xfrm>
              <a:off x="6991" y="3689"/>
              <a:ext cx="2948" cy="567"/>
            </a:xfrm>
            <a:prstGeom prst="roundRect">
              <a:avLst/>
            </a:prstGeom>
            <a:solidFill>
              <a:srgbClr val="4874CB">
                <a:alpha val="10000"/>
              </a:srgbClr>
            </a:solidFill>
            <a:ln w="6350" cap="flat" cmpd="sng" algn="ctr">
              <a:solidFill>
                <a:srgbClr val="4874C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视频管理</a:t>
              </a: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EEB2D221-A15D-4762-9BED-9FC4C5248410}"/>
              </a:ext>
            </a:extLst>
          </p:cNvPr>
          <p:cNvSpPr txBox="1"/>
          <p:nvPr/>
        </p:nvSpPr>
        <p:spPr>
          <a:xfrm>
            <a:off x="1379855" y="2696210"/>
            <a:ext cx="18719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交叉口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路段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173F01A-61F0-4598-98C8-59563278010A}"/>
              </a:ext>
            </a:extLst>
          </p:cNvPr>
          <p:cNvSpPr txBox="1"/>
          <p:nvPr/>
        </p:nvSpPr>
        <p:spPr>
          <a:xfrm>
            <a:off x="3679825" y="2696210"/>
            <a:ext cx="18719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高空视口</a:t>
            </a:r>
            <a:r>
              <a:rPr lang="en-US" altLang="zh-CN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地面固定视口</a:t>
            </a:r>
          </a:p>
        </p:txBody>
      </p:sp>
      <p:cxnSp>
        <p:nvCxnSpPr>
          <p:cNvPr id="77" name="直线连接符 17">
            <a:extLst>
              <a:ext uri="{FF2B5EF4-FFF2-40B4-BE49-F238E27FC236}">
                <a16:creationId xmlns:a16="http://schemas.microsoft.com/office/drawing/2014/main" id="{6129E8D8-C666-4982-8D43-7207F9D356D3}"/>
              </a:ext>
            </a:extLst>
          </p:cNvPr>
          <p:cNvCxnSpPr/>
          <p:nvPr/>
        </p:nvCxnSpPr>
        <p:spPr>
          <a:xfrm>
            <a:off x="3465830" y="2150555"/>
            <a:ext cx="0" cy="808990"/>
          </a:xfrm>
          <a:prstGeom prst="line">
            <a:avLst/>
          </a:prstGeom>
          <a:noFill/>
          <a:ln w="12700" cap="flat" cmpd="sng" algn="ctr">
            <a:solidFill>
              <a:srgbClr val="4874CB">
                <a:alpha val="40000"/>
              </a:srgbClr>
            </a:solidFill>
            <a:prstDash val="lgDash"/>
            <a:miter lim="800000"/>
          </a:ln>
          <a:effectLst/>
        </p:spPr>
      </p:cxnSp>
      <p:sp>
        <p:nvSpPr>
          <p:cNvPr id="78" name="圆角矩形 80">
            <a:extLst>
              <a:ext uri="{FF2B5EF4-FFF2-40B4-BE49-F238E27FC236}">
                <a16:creationId xmlns:a16="http://schemas.microsoft.com/office/drawing/2014/main" id="{F3F419F8-D26A-442D-BFA2-1F840EA551EE}"/>
              </a:ext>
            </a:extLst>
          </p:cNvPr>
          <p:cNvSpPr/>
          <p:nvPr/>
        </p:nvSpPr>
        <p:spPr>
          <a:xfrm>
            <a:off x="1257300" y="3611498"/>
            <a:ext cx="4417060" cy="1008000"/>
          </a:xfrm>
          <a:prstGeom prst="roundRect">
            <a:avLst>
              <a:gd name="adj" fmla="val 7952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/>
                </a:gs>
                <a:gs pos="98000">
                  <a:schemeClr val="accent1">
                    <a:alpha val="2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OPPOSans M" pitchFamily="18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6D6DB8B-1BC2-4D81-98DE-3FE7D57CFDF5}"/>
              </a:ext>
            </a:extLst>
          </p:cNvPr>
          <p:cNvSpPr txBox="1"/>
          <p:nvPr/>
        </p:nvSpPr>
        <p:spPr>
          <a:xfrm>
            <a:off x="1344764" y="4014723"/>
            <a:ext cx="6915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算法引擎</a:t>
            </a:r>
          </a:p>
        </p:txBody>
      </p:sp>
      <p:sp>
        <p:nvSpPr>
          <p:cNvPr id="80" name="圆角矩形 82">
            <a:extLst>
              <a:ext uri="{FF2B5EF4-FFF2-40B4-BE49-F238E27FC236}">
                <a16:creationId xmlns:a16="http://schemas.microsoft.com/office/drawing/2014/main" id="{1504A961-187F-4386-ABE1-26C2454A3510}"/>
              </a:ext>
            </a:extLst>
          </p:cNvPr>
          <p:cNvSpPr/>
          <p:nvPr/>
        </p:nvSpPr>
        <p:spPr>
          <a:xfrm>
            <a:off x="2067972" y="3737498"/>
            <a:ext cx="792000" cy="543925"/>
          </a:xfrm>
          <a:prstGeom prst="roundRect">
            <a:avLst>
              <a:gd name="adj" fmla="val 7843"/>
            </a:avLst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目标检测</a:t>
            </a:r>
          </a:p>
        </p:txBody>
      </p:sp>
      <p:sp>
        <p:nvSpPr>
          <p:cNvPr id="81" name="圆角矩形 83">
            <a:extLst>
              <a:ext uri="{FF2B5EF4-FFF2-40B4-BE49-F238E27FC236}">
                <a16:creationId xmlns:a16="http://schemas.microsoft.com/office/drawing/2014/main" id="{32D6AEF6-E28A-4D13-85BC-BEC708248495}"/>
              </a:ext>
            </a:extLst>
          </p:cNvPr>
          <p:cNvSpPr/>
          <p:nvPr/>
        </p:nvSpPr>
        <p:spPr>
          <a:xfrm>
            <a:off x="2931765" y="3737498"/>
            <a:ext cx="900000" cy="543925"/>
          </a:xfrm>
          <a:prstGeom prst="roundRect">
            <a:avLst>
              <a:gd name="adj" fmla="val 7843"/>
            </a:avLst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多目标跟踪</a:t>
            </a:r>
          </a:p>
        </p:txBody>
      </p:sp>
      <p:sp>
        <p:nvSpPr>
          <p:cNvPr id="82" name="圆角矩形 84">
            <a:extLst>
              <a:ext uri="{FF2B5EF4-FFF2-40B4-BE49-F238E27FC236}">
                <a16:creationId xmlns:a16="http://schemas.microsoft.com/office/drawing/2014/main" id="{AED9003B-6154-4950-B973-28CC29A60AC8}"/>
              </a:ext>
            </a:extLst>
          </p:cNvPr>
          <p:cNvSpPr/>
          <p:nvPr/>
        </p:nvSpPr>
        <p:spPr>
          <a:xfrm>
            <a:off x="2067972" y="4372619"/>
            <a:ext cx="3540029" cy="175503"/>
          </a:xfrm>
          <a:prstGeom prst="roundRect">
            <a:avLst>
              <a:gd name="adj" fmla="val 7843"/>
            </a:avLst>
          </a:prstGeom>
          <a:solidFill>
            <a:schemeClr val="accent1">
              <a:lumMod val="60000"/>
              <a:lumOff val="40000"/>
              <a:alpha val="10000"/>
            </a:scheme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适配国产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英伟达算力卡</a:t>
            </a: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269B829B-2B79-49C6-AF84-9D4A1D9B5F50}"/>
              </a:ext>
            </a:extLst>
          </p:cNvPr>
          <p:cNvGrpSpPr/>
          <p:nvPr/>
        </p:nvGrpSpPr>
        <p:grpSpPr>
          <a:xfrm>
            <a:off x="5760085" y="2865438"/>
            <a:ext cx="471170" cy="797560"/>
            <a:chOff x="10241" y="4438"/>
            <a:chExt cx="742" cy="1256"/>
          </a:xfrm>
        </p:grpSpPr>
        <p:sp>
          <p:nvSpPr>
            <p:cNvPr id="105" name="任意形状 1187">
              <a:extLst>
                <a:ext uri="{FF2B5EF4-FFF2-40B4-BE49-F238E27FC236}">
                  <a16:creationId xmlns:a16="http://schemas.microsoft.com/office/drawing/2014/main" id="{8FC945FB-DA1F-478E-9FE5-24499E036D3F}"/>
                </a:ext>
              </a:extLst>
            </p:cNvPr>
            <p:cNvSpPr/>
            <p:nvPr/>
          </p:nvSpPr>
          <p:spPr>
            <a:xfrm rot="5400000" flipH="1">
              <a:off x="10326" y="5114"/>
              <a:ext cx="567" cy="594"/>
            </a:xfrm>
            <a:custGeom>
              <a:avLst/>
              <a:gdLst>
                <a:gd name="connsiteX0" fmla="*/ 535428 w 1070856"/>
                <a:gd name="connsiteY0" fmla="*/ 0 h 645629"/>
                <a:gd name="connsiteX1" fmla="*/ 206631 w 1070856"/>
                <a:gd name="connsiteY1" fmla="*/ 268839 h 645629"/>
                <a:gd name="connsiteX2" fmla="*/ 412329 w 1070856"/>
                <a:gd name="connsiteY2" fmla="*/ 268839 h 645629"/>
                <a:gd name="connsiteX3" fmla="*/ 400502 w 1070856"/>
                <a:gd name="connsiteY3" fmla="*/ 324873 h 645629"/>
                <a:gd name="connsiteX4" fmla="*/ 0 w 1070856"/>
                <a:gd name="connsiteY4" fmla="*/ 643622 h 645629"/>
                <a:gd name="connsiteX5" fmla="*/ 468944 w 1070856"/>
                <a:gd name="connsiteY5" fmla="*/ 644953 h 645629"/>
                <a:gd name="connsiteX6" fmla="*/ 535428 w 1070856"/>
                <a:gd name="connsiteY6" fmla="*/ 643918 h 645629"/>
                <a:gd name="connsiteX7" fmla="*/ 601912 w 1070856"/>
                <a:gd name="connsiteY7" fmla="*/ 644953 h 645629"/>
                <a:gd name="connsiteX8" fmla="*/ 1070856 w 1070856"/>
                <a:gd name="connsiteY8" fmla="*/ 643622 h 645629"/>
                <a:gd name="connsiteX9" fmla="*/ 670355 w 1070856"/>
                <a:gd name="connsiteY9" fmla="*/ 324873 h 645629"/>
                <a:gd name="connsiteX10" fmla="*/ 658527 w 1070856"/>
                <a:gd name="connsiteY10" fmla="*/ 268839 h 645629"/>
                <a:gd name="connsiteX11" fmla="*/ 864226 w 1070856"/>
                <a:gd name="connsiteY11" fmla="*/ 268839 h 645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0856" h="645629">
                  <a:moveTo>
                    <a:pt x="535428" y="0"/>
                  </a:moveTo>
                  <a:lnTo>
                    <a:pt x="206631" y="268839"/>
                  </a:lnTo>
                  <a:lnTo>
                    <a:pt x="412329" y="268839"/>
                  </a:lnTo>
                  <a:lnTo>
                    <a:pt x="400502" y="324873"/>
                  </a:lnTo>
                  <a:cubicBezTo>
                    <a:pt x="334916" y="548413"/>
                    <a:pt x="183614" y="589185"/>
                    <a:pt x="0" y="643622"/>
                  </a:cubicBezTo>
                  <a:cubicBezTo>
                    <a:pt x="202330" y="645853"/>
                    <a:pt x="353885" y="646112"/>
                    <a:pt x="468944" y="644953"/>
                  </a:cubicBezTo>
                  <a:lnTo>
                    <a:pt x="535428" y="643918"/>
                  </a:lnTo>
                  <a:lnTo>
                    <a:pt x="601912" y="644953"/>
                  </a:lnTo>
                  <a:cubicBezTo>
                    <a:pt x="716971" y="646112"/>
                    <a:pt x="868526" y="645853"/>
                    <a:pt x="1070856" y="643622"/>
                  </a:cubicBezTo>
                  <a:cubicBezTo>
                    <a:pt x="887243" y="589185"/>
                    <a:pt x="735941" y="548413"/>
                    <a:pt x="670355" y="324873"/>
                  </a:cubicBezTo>
                  <a:lnTo>
                    <a:pt x="658527" y="268839"/>
                  </a:lnTo>
                  <a:lnTo>
                    <a:pt x="864226" y="268839"/>
                  </a:lnTo>
                  <a:close/>
                </a:path>
              </a:pathLst>
            </a:custGeom>
            <a:gradFill>
              <a:gsLst>
                <a:gs pos="29000">
                  <a:srgbClr val="4874CB"/>
                </a:gs>
                <a:gs pos="100000">
                  <a:srgbClr val="3865BB">
                    <a:alpha val="0"/>
                  </a:srgbClr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97869110-4DE3-4471-9DE4-2FD1C5132786}"/>
                </a:ext>
              </a:extLst>
            </p:cNvPr>
            <p:cNvSpPr/>
            <p:nvPr/>
          </p:nvSpPr>
          <p:spPr>
            <a:xfrm>
              <a:off x="10241" y="4438"/>
              <a:ext cx="743" cy="720"/>
            </a:xfrm>
            <a:prstGeom prst="rect">
              <a:avLst/>
            </a:prstGeom>
            <a:no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引用视频</a:t>
              </a:r>
            </a:p>
          </p:txBody>
        </p:sp>
      </p:grp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38C0491A-2F06-4E83-880E-D19A4668415F}"/>
              </a:ext>
            </a:extLst>
          </p:cNvPr>
          <p:cNvCxnSpPr>
            <a:cxnSpLocks/>
          </p:cNvCxnSpPr>
          <p:nvPr/>
        </p:nvCxnSpPr>
        <p:spPr>
          <a:xfrm>
            <a:off x="2315845" y="3058795"/>
            <a:ext cx="0" cy="552703"/>
          </a:xfrm>
          <a:prstGeom prst="straightConnector1">
            <a:avLst/>
          </a:prstGeom>
          <a:ln>
            <a:solidFill>
              <a:srgbClr val="4874CB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A52FA796-DCD9-4E6C-A985-0B62F600E45D}"/>
              </a:ext>
            </a:extLst>
          </p:cNvPr>
          <p:cNvCxnSpPr>
            <a:cxnSpLocks/>
          </p:cNvCxnSpPr>
          <p:nvPr/>
        </p:nvCxnSpPr>
        <p:spPr>
          <a:xfrm flipV="1">
            <a:off x="4645660" y="3058796"/>
            <a:ext cx="0" cy="552702"/>
          </a:xfrm>
          <a:prstGeom prst="straightConnector1">
            <a:avLst/>
          </a:prstGeom>
          <a:ln>
            <a:solidFill>
              <a:srgbClr val="4874CB"/>
            </a:solidFill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9" name="矩形 108">
            <a:extLst>
              <a:ext uri="{FF2B5EF4-FFF2-40B4-BE49-F238E27FC236}">
                <a16:creationId xmlns:a16="http://schemas.microsoft.com/office/drawing/2014/main" id="{F29F4CBC-185C-4E0C-9679-8BC0A7E3086B}"/>
              </a:ext>
            </a:extLst>
          </p:cNvPr>
          <p:cNvSpPr/>
          <p:nvPr/>
        </p:nvSpPr>
        <p:spPr>
          <a:xfrm>
            <a:off x="4645660" y="3074670"/>
            <a:ext cx="579120" cy="45720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识别进度同步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9FD04F42-863E-48A5-9897-D8F217946B7B}"/>
              </a:ext>
            </a:extLst>
          </p:cNvPr>
          <p:cNvSpPr/>
          <p:nvPr/>
        </p:nvSpPr>
        <p:spPr>
          <a:xfrm>
            <a:off x="1694815" y="3074670"/>
            <a:ext cx="621030" cy="45720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管理识别任务</a:t>
            </a:r>
          </a:p>
        </p:txBody>
      </p:sp>
      <p:sp>
        <p:nvSpPr>
          <p:cNvPr id="111" name="圆角矩形 83">
            <a:extLst>
              <a:ext uri="{FF2B5EF4-FFF2-40B4-BE49-F238E27FC236}">
                <a16:creationId xmlns:a16="http://schemas.microsoft.com/office/drawing/2014/main" id="{54CF4DC9-C5C8-477A-A9F0-E41C3F2B7849}"/>
              </a:ext>
            </a:extLst>
          </p:cNvPr>
          <p:cNvSpPr/>
          <p:nvPr/>
        </p:nvSpPr>
        <p:spPr>
          <a:xfrm>
            <a:off x="3922582" y="3737498"/>
            <a:ext cx="792000" cy="543925"/>
          </a:xfrm>
          <a:prstGeom prst="roundRect">
            <a:avLst>
              <a:gd name="adj" fmla="val 7843"/>
            </a:avLst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轨迹补全</a:t>
            </a:r>
          </a:p>
        </p:txBody>
      </p:sp>
      <p:sp>
        <p:nvSpPr>
          <p:cNvPr id="112" name="圆角矩形 83">
            <a:extLst>
              <a:ext uri="{FF2B5EF4-FFF2-40B4-BE49-F238E27FC236}">
                <a16:creationId xmlns:a16="http://schemas.microsoft.com/office/drawing/2014/main" id="{2174FD9A-E8FB-4BD0-AF5E-F8F16EB3ED77}"/>
              </a:ext>
            </a:extLst>
          </p:cNvPr>
          <p:cNvSpPr/>
          <p:nvPr/>
        </p:nvSpPr>
        <p:spPr>
          <a:xfrm>
            <a:off x="4798471" y="3737498"/>
            <a:ext cx="792000" cy="543925"/>
          </a:xfrm>
          <a:prstGeom prst="roundRect">
            <a:avLst>
              <a:gd name="adj" fmla="val 7843"/>
            </a:avLst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相机标定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684A72B-1C2E-4FCE-AA13-F2A425F81FBC}"/>
              </a:ext>
            </a:extLst>
          </p:cNvPr>
          <p:cNvGrpSpPr/>
          <p:nvPr/>
        </p:nvGrpSpPr>
        <p:grpSpPr>
          <a:xfrm>
            <a:off x="6295390" y="2013814"/>
            <a:ext cx="1276723" cy="2605825"/>
            <a:chOff x="6469699" y="2400225"/>
            <a:chExt cx="1276723" cy="2605825"/>
          </a:xfrm>
        </p:grpSpPr>
        <p:sp>
          <p:nvSpPr>
            <p:cNvPr id="121" name="圆角矩形 3210">
              <a:extLst>
                <a:ext uri="{FF2B5EF4-FFF2-40B4-BE49-F238E27FC236}">
                  <a16:creationId xmlns:a16="http://schemas.microsoft.com/office/drawing/2014/main" id="{F265A9AB-42D8-47B2-8398-8DB5F0AA4982}"/>
                </a:ext>
              </a:extLst>
            </p:cNvPr>
            <p:cNvSpPr/>
            <p:nvPr/>
          </p:nvSpPr>
          <p:spPr>
            <a:xfrm>
              <a:off x="6469699" y="2705799"/>
              <a:ext cx="1239203" cy="2300251"/>
            </a:xfrm>
            <a:prstGeom prst="roundRect">
              <a:avLst>
                <a:gd name="adj" fmla="val 3148"/>
              </a:avLst>
            </a:prstGeom>
            <a:solidFill>
              <a:schemeClr val="bg1"/>
            </a:solidFill>
            <a:ln w="12700">
              <a:gradFill>
                <a:gsLst>
                  <a:gs pos="0">
                    <a:schemeClr val="bg1"/>
                  </a:gs>
                  <a:gs pos="98000">
                    <a:schemeClr val="accent1">
                      <a:alpha val="2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OPPOSans M" pitchFamily="18" charset="-122"/>
              </a:endParaRPr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AA553D37-4D34-4248-81FC-015108E375B6}"/>
                </a:ext>
              </a:extLst>
            </p:cNvPr>
            <p:cNvGrpSpPr/>
            <p:nvPr/>
          </p:nvGrpSpPr>
          <p:grpSpPr>
            <a:xfrm>
              <a:off x="6642737" y="3456463"/>
              <a:ext cx="869315" cy="1285875"/>
              <a:chOff x="3563" y="4468"/>
              <a:chExt cx="1369" cy="2025"/>
            </a:xfrm>
          </p:grpSpPr>
          <p:sp>
            <p:nvSpPr>
              <p:cNvPr id="119" name="圆角矩形 73">
                <a:extLst>
                  <a:ext uri="{FF2B5EF4-FFF2-40B4-BE49-F238E27FC236}">
                    <a16:creationId xmlns:a16="http://schemas.microsoft.com/office/drawing/2014/main" id="{BA532EF2-1D59-4481-B57B-AF9A350E0B95}"/>
                  </a:ext>
                </a:extLst>
              </p:cNvPr>
              <p:cNvSpPr/>
              <p:nvPr/>
            </p:nvSpPr>
            <p:spPr>
              <a:xfrm>
                <a:off x="3563" y="4468"/>
                <a:ext cx="1369" cy="455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视频配置</a:t>
                </a:r>
              </a:p>
            </p:txBody>
          </p:sp>
          <p:sp>
            <p:nvSpPr>
              <p:cNvPr id="120" name="圆角矩形 75">
                <a:extLst>
                  <a:ext uri="{FF2B5EF4-FFF2-40B4-BE49-F238E27FC236}">
                    <a16:creationId xmlns:a16="http://schemas.microsoft.com/office/drawing/2014/main" id="{2E6E1278-B0F9-42A3-9337-8FEFF8DB5BA0}"/>
                  </a:ext>
                </a:extLst>
              </p:cNvPr>
              <p:cNvSpPr/>
              <p:nvPr/>
            </p:nvSpPr>
            <p:spPr>
              <a:xfrm>
                <a:off x="3563" y="5240"/>
                <a:ext cx="1369" cy="455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流量分析</a:t>
                </a:r>
              </a:p>
            </p:txBody>
          </p:sp>
          <p:sp>
            <p:nvSpPr>
              <p:cNvPr id="122" name="圆角矩形 75">
                <a:extLst>
                  <a:ext uri="{FF2B5EF4-FFF2-40B4-BE49-F238E27FC236}">
                    <a16:creationId xmlns:a16="http://schemas.microsoft.com/office/drawing/2014/main" id="{8D7748B3-6896-41CB-8728-7049DB31F5D5}"/>
                  </a:ext>
                </a:extLst>
              </p:cNvPr>
              <p:cNvSpPr/>
              <p:nvPr/>
            </p:nvSpPr>
            <p:spPr>
              <a:xfrm>
                <a:off x="3563" y="6019"/>
                <a:ext cx="1369" cy="474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轨迹分析</a:t>
                </a:r>
              </a:p>
            </p:txBody>
          </p:sp>
        </p:grp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5BF920C6-1D56-4BF7-92A7-0A20DB3E0072}"/>
                </a:ext>
              </a:extLst>
            </p:cNvPr>
            <p:cNvSpPr txBox="1"/>
            <p:nvPr/>
          </p:nvSpPr>
          <p:spPr>
            <a:xfrm>
              <a:off x="6887697" y="2400225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</a:t>
              </a:r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D66D51CB-7845-4C1D-BD31-19ADD57591BE}"/>
                </a:ext>
              </a:extLst>
            </p:cNvPr>
            <p:cNvSpPr txBox="1"/>
            <p:nvPr/>
          </p:nvSpPr>
          <p:spPr>
            <a:xfrm>
              <a:off x="7143808" y="2882133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…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7" name="图形 6">
            <a:extLst>
              <a:ext uri="{FF2B5EF4-FFF2-40B4-BE49-F238E27FC236}">
                <a16:creationId xmlns:a16="http://schemas.microsoft.com/office/drawing/2014/main" id="{5B8976D7-5566-41E0-9D61-2945FE218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3719" y="1554061"/>
            <a:ext cx="168116" cy="137237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1C17562A-D7C5-4A12-A3BF-6A3609EC3A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9914" y="1532573"/>
            <a:ext cx="174625" cy="174625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FEB81039-F72A-459C-BDD9-356A3C316A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0483" y="2074278"/>
            <a:ext cx="136998" cy="136998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18D64B58-900E-407F-A9F6-CB20744743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8075" y="2557692"/>
            <a:ext cx="183140" cy="183140"/>
          </a:xfrm>
          <a:prstGeom prst="rect">
            <a:avLst/>
          </a:prstGeom>
        </p:spPr>
      </p:pic>
      <p:pic>
        <p:nvPicPr>
          <p:cNvPr id="148" name="图形 147">
            <a:extLst>
              <a:ext uri="{FF2B5EF4-FFF2-40B4-BE49-F238E27FC236}">
                <a16:creationId xmlns:a16="http://schemas.microsoft.com/office/drawing/2014/main" id="{6FDF2645-8210-4ED0-8CEC-AF5BA655F0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8787" y="2557692"/>
            <a:ext cx="183140" cy="183140"/>
          </a:xfrm>
          <a:prstGeom prst="rect">
            <a:avLst/>
          </a:prstGeom>
        </p:spPr>
      </p:pic>
      <p:pic>
        <p:nvPicPr>
          <p:cNvPr id="149" name="图形 148">
            <a:extLst>
              <a:ext uri="{FF2B5EF4-FFF2-40B4-BE49-F238E27FC236}">
                <a16:creationId xmlns:a16="http://schemas.microsoft.com/office/drawing/2014/main" id="{B62838E8-944C-4C4E-A2C1-55B51589B4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69499" y="2557692"/>
            <a:ext cx="183140" cy="183140"/>
          </a:xfrm>
          <a:prstGeom prst="rect">
            <a:avLst/>
          </a:prstGeom>
        </p:spPr>
      </p:pic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756706C6-E3C6-4862-A69C-58C0799659DE}"/>
              </a:ext>
            </a:extLst>
          </p:cNvPr>
          <p:cNvGrpSpPr/>
          <p:nvPr/>
        </p:nvGrpSpPr>
        <p:grpSpPr>
          <a:xfrm>
            <a:off x="7650898" y="2009805"/>
            <a:ext cx="1276723" cy="2609834"/>
            <a:chOff x="6469699" y="2396216"/>
            <a:chExt cx="1276723" cy="2609834"/>
          </a:xfrm>
        </p:grpSpPr>
        <p:sp>
          <p:nvSpPr>
            <p:cNvPr id="151" name="圆角矩形 3210">
              <a:extLst>
                <a:ext uri="{FF2B5EF4-FFF2-40B4-BE49-F238E27FC236}">
                  <a16:creationId xmlns:a16="http://schemas.microsoft.com/office/drawing/2014/main" id="{8B6E6507-5948-400F-B636-2F07455CFB1E}"/>
                </a:ext>
              </a:extLst>
            </p:cNvPr>
            <p:cNvSpPr/>
            <p:nvPr/>
          </p:nvSpPr>
          <p:spPr>
            <a:xfrm>
              <a:off x="6469699" y="2711170"/>
              <a:ext cx="1239203" cy="2294880"/>
            </a:xfrm>
            <a:prstGeom prst="roundRect">
              <a:avLst>
                <a:gd name="adj" fmla="val 3148"/>
              </a:avLst>
            </a:prstGeom>
            <a:solidFill>
              <a:schemeClr val="bg1"/>
            </a:solidFill>
            <a:ln w="12700">
              <a:gradFill>
                <a:gsLst>
                  <a:gs pos="0">
                    <a:schemeClr val="bg1"/>
                  </a:gs>
                  <a:gs pos="98000">
                    <a:schemeClr val="accent1">
                      <a:alpha val="2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OPPOSans M" pitchFamily="18" charset="-122"/>
              </a:endParaRPr>
            </a:p>
          </p:txBody>
        </p: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6F722316-7FD4-483B-8361-3A40F857D382}"/>
                </a:ext>
              </a:extLst>
            </p:cNvPr>
            <p:cNvGrpSpPr/>
            <p:nvPr/>
          </p:nvGrpSpPr>
          <p:grpSpPr>
            <a:xfrm>
              <a:off x="6642737" y="3456463"/>
              <a:ext cx="869315" cy="1285875"/>
              <a:chOff x="3563" y="4468"/>
              <a:chExt cx="1369" cy="2025"/>
            </a:xfrm>
          </p:grpSpPr>
          <p:sp>
            <p:nvSpPr>
              <p:cNvPr id="155" name="圆角矩形 73">
                <a:extLst>
                  <a:ext uri="{FF2B5EF4-FFF2-40B4-BE49-F238E27FC236}">
                    <a16:creationId xmlns:a16="http://schemas.microsoft.com/office/drawing/2014/main" id="{07F4EE0E-A9FD-476C-8C76-D405098C387C}"/>
                  </a:ext>
                </a:extLst>
              </p:cNvPr>
              <p:cNvSpPr/>
              <p:nvPr/>
            </p:nvSpPr>
            <p:spPr>
              <a:xfrm>
                <a:off x="3563" y="4468"/>
                <a:ext cx="1369" cy="455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视频配置</a:t>
                </a:r>
              </a:p>
            </p:txBody>
          </p:sp>
          <p:sp>
            <p:nvSpPr>
              <p:cNvPr id="156" name="圆角矩形 75">
                <a:extLst>
                  <a:ext uri="{FF2B5EF4-FFF2-40B4-BE49-F238E27FC236}">
                    <a16:creationId xmlns:a16="http://schemas.microsoft.com/office/drawing/2014/main" id="{6A8432ED-C62E-4721-B6FA-408F3497786A}"/>
                  </a:ext>
                </a:extLst>
              </p:cNvPr>
              <p:cNvSpPr/>
              <p:nvPr/>
            </p:nvSpPr>
            <p:spPr>
              <a:xfrm>
                <a:off x="3563" y="5240"/>
                <a:ext cx="1369" cy="455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流量分析</a:t>
                </a:r>
              </a:p>
            </p:txBody>
          </p:sp>
          <p:sp>
            <p:nvSpPr>
              <p:cNvPr id="157" name="圆角矩形 75">
                <a:extLst>
                  <a:ext uri="{FF2B5EF4-FFF2-40B4-BE49-F238E27FC236}">
                    <a16:creationId xmlns:a16="http://schemas.microsoft.com/office/drawing/2014/main" id="{C401AEF7-D4FE-41AE-9212-32074D9EC659}"/>
                  </a:ext>
                </a:extLst>
              </p:cNvPr>
              <p:cNvSpPr/>
              <p:nvPr/>
            </p:nvSpPr>
            <p:spPr>
              <a:xfrm>
                <a:off x="3563" y="6019"/>
                <a:ext cx="1369" cy="474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轨迹分析</a:t>
                </a:r>
              </a:p>
            </p:txBody>
          </p:sp>
        </p:grp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A4DE2E2E-78D5-4B96-AABA-03F572A74360}"/>
                </a:ext>
              </a:extLst>
            </p:cNvPr>
            <p:cNvSpPr txBox="1"/>
            <p:nvPr/>
          </p:nvSpPr>
          <p:spPr>
            <a:xfrm>
              <a:off x="6887697" y="2396216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</a:t>
              </a:r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B784CAFB-9158-4C00-A0C1-FA763D4F4F0D}"/>
                </a:ext>
              </a:extLst>
            </p:cNvPr>
            <p:cNvSpPr txBox="1"/>
            <p:nvPr/>
          </p:nvSpPr>
          <p:spPr>
            <a:xfrm>
              <a:off x="7143808" y="2891433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…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58" name="图形 157">
            <a:extLst>
              <a:ext uri="{FF2B5EF4-FFF2-40B4-BE49-F238E27FC236}">
                <a16:creationId xmlns:a16="http://schemas.microsoft.com/office/drawing/2014/main" id="{2BDD5C6F-149D-4E2F-BC41-F820762FE2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5991" y="2072634"/>
            <a:ext cx="136998" cy="136998"/>
          </a:xfrm>
          <a:prstGeom prst="rect">
            <a:avLst/>
          </a:prstGeom>
        </p:spPr>
      </p:pic>
      <p:pic>
        <p:nvPicPr>
          <p:cNvPr id="159" name="图形 158">
            <a:extLst>
              <a:ext uri="{FF2B5EF4-FFF2-40B4-BE49-F238E27FC236}">
                <a16:creationId xmlns:a16="http://schemas.microsoft.com/office/drawing/2014/main" id="{F9F268C2-5BB2-48C1-B87B-08DBD260E8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3583" y="2557692"/>
            <a:ext cx="183140" cy="183140"/>
          </a:xfrm>
          <a:prstGeom prst="rect">
            <a:avLst/>
          </a:prstGeom>
        </p:spPr>
      </p:pic>
      <p:pic>
        <p:nvPicPr>
          <p:cNvPr id="160" name="图形 159">
            <a:extLst>
              <a:ext uri="{FF2B5EF4-FFF2-40B4-BE49-F238E27FC236}">
                <a16:creationId xmlns:a16="http://schemas.microsoft.com/office/drawing/2014/main" id="{99B87C15-02BC-4F59-ABF4-88CEC73B5C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84295" y="2557692"/>
            <a:ext cx="183140" cy="183140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49784623-8A62-4239-85D0-4947CB2959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25007" y="2557692"/>
            <a:ext cx="183140" cy="183140"/>
          </a:xfrm>
          <a:prstGeom prst="rect">
            <a:avLst/>
          </a:prstGeom>
        </p:spPr>
      </p:pic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09E7CA50-0E69-4A12-BCE5-4B86BC9A4FD1}"/>
              </a:ext>
            </a:extLst>
          </p:cNvPr>
          <p:cNvGrpSpPr/>
          <p:nvPr/>
        </p:nvGrpSpPr>
        <p:grpSpPr>
          <a:xfrm>
            <a:off x="9022234" y="2013307"/>
            <a:ext cx="1840947" cy="2606332"/>
            <a:chOff x="6469699" y="2399718"/>
            <a:chExt cx="1840947" cy="2606332"/>
          </a:xfrm>
        </p:grpSpPr>
        <p:sp>
          <p:nvSpPr>
            <p:cNvPr id="163" name="圆角矩形 3210">
              <a:extLst>
                <a:ext uri="{FF2B5EF4-FFF2-40B4-BE49-F238E27FC236}">
                  <a16:creationId xmlns:a16="http://schemas.microsoft.com/office/drawing/2014/main" id="{727C3276-DF43-43EA-8322-CBE33501E26A}"/>
                </a:ext>
              </a:extLst>
            </p:cNvPr>
            <p:cNvSpPr/>
            <p:nvPr/>
          </p:nvSpPr>
          <p:spPr>
            <a:xfrm>
              <a:off x="6469699" y="2711170"/>
              <a:ext cx="1239203" cy="2294880"/>
            </a:xfrm>
            <a:prstGeom prst="roundRect">
              <a:avLst>
                <a:gd name="adj" fmla="val 3148"/>
              </a:avLst>
            </a:prstGeom>
            <a:solidFill>
              <a:schemeClr val="bg1"/>
            </a:solidFill>
            <a:ln w="12700">
              <a:gradFill>
                <a:gsLst>
                  <a:gs pos="0">
                    <a:schemeClr val="bg1"/>
                  </a:gs>
                  <a:gs pos="98000">
                    <a:schemeClr val="accent1">
                      <a:alpha val="2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OPPOSans M" pitchFamily="18" charset="-122"/>
              </a:endParaRPr>
            </a:p>
          </p:txBody>
        </p: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5B15C978-6E95-4B84-A2BF-A199319EA518}"/>
                </a:ext>
              </a:extLst>
            </p:cNvPr>
            <p:cNvGrpSpPr/>
            <p:nvPr/>
          </p:nvGrpSpPr>
          <p:grpSpPr>
            <a:xfrm>
              <a:off x="6642737" y="3456463"/>
              <a:ext cx="869315" cy="1285875"/>
              <a:chOff x="3563" y="4468"/>
              <a:chExt cx="1369" cy="2025"/>
            </a:xfrm>
          </p:grpSpPr>
          <p:sp>
            <p:nvSpPr>
              <p:cNvPr id="167" name="圆角矩形 73">
                <a:extLst>
                  <a:ext uri="{FF2B5EF4-FFF2-40B4-BE49-F238E27FC236}">
                    <a16:creationId xmlns:a16="http://schemas.microsoft.com/office/drawing/2014/main" id="{C30E5D5B-BFD5-4369-B54C-DF3B6F85741B}"/>
                  </a:ext>
                </a:extLst>
              </p:cNvPr>
              <p:cNvSpPr/>
              <p:nvPr/>
            </p:nvSpPr>
            <p:spPr>
              <a:xfrm>
                <a:off x="3563" y="4468"/>
                <a:ext cx="1369" cy="455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视频配置</a:t>
                </a:r>
              </a:p>
            </p:txBody>
          </p:sp>
          <p:sp>
            <p:nvSpPr>
              <p:cNvPr id="168" name="圆角矩形 75">
                <a:extLst>
                  <a:ext uri="{FF2B5EF4-FFF2-40B4-BE49-F238E27FC236}">
                    <a16:creationId xmlns:a16="http://schemas.microsoft.com/office/drawing/2014/main" id="{123E8DB8-E135-422A-8A97-F1FCEDD8AFB1}"/>
                  </a:ext>
                </a:extLst>
              </p:cNvPr>
              <p:cNvSpPr/>
              <p:nvPr/>
            </p:nvSpPr>
            <p:spPr>
              <a:xfrm>
                <a:off x="3563" y="5240"/>
                <a:ext cx="1369" cy="455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流量分析</a:t>
                </a:r>
              </a:p>
            </p:txBody>
          </p:sp>
          <p:sp>
            <p:nvSpPr>
              <p:cNvPr id="169" name="圆角矩形 75">
                <a:extLst>
                  <a:ext uri="{FF2B5EF4-FFF2-40B4-BE49-F238E27FC236}">
                    <a16:creationId xmlns:a16="http://schemas.microsoft.com/office/drawing/2014/main" id="{A7DDB171-7436-4DAC-8C7F-3FA6AC4B7142}"/>
                  </a:ext>
                </a:extLst>
              </p:cNvPr>
              <p:cNvSpPr/>
              <p:nvPr/>
            </p:nvSpPr>
            <p:spPr>
              <a:xfrm>
                <a:off x="3563" y="6019"/>
                <a:ext cx="1369" cy="474"/>
              </a:xfrm>
              <a:prstGeom prst="roundRect">
                <a:avLst/>
              </a:prstGeom>
              <a:solidFill>
                <a:srgbClr val="4874CB">
                  <a:alpha val="10000"/>
                </a:srgbClr>
              </a:solidFill>
              <a:ln w="635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轨迹分析</a:t>
                </a:r>
              </a:p>
            </p:txBody>
          </p:sp>
        </p:grp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E9615F09-2F85-4C01-9D6A-43481EC50265}"/>
                </a:ext>
              </a:extLst>
            </p:cNvPr>
            <p:cNvSpPr txBox="1"/>
            <p:nvPr/>
          </p:nvSpPr>
          <p:spPr>
            <a:xfrm>
              <a:off x="6887697" y="2399718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</a:t>
              </a:r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2DB3A9F7-C32A-4CB3-BC18-63437B09791D}"/>
                </a:ext>
              </a:extLst>
            </p:cNvPr>
            <p:cNvSpPr txBox="1"/>
            <p:nvPr/>
          </p:nvSpPr>
          <p:spPr>
            <a:xfrm>
              <a:off x="7143808" y="2885354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…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D09956B2-A080-4927-A7E7-4E2F9EF3A735}"/>
                </a:ext>
              </a:extLst>
            </p:cNvPr>
            <p:cNvSpPr txBox="1"/>
            <p:nvPr/>
          </p:nvSpPr>
          <p:spPr>
            <a:xfrm>
              <a:off x="7708032" y="3657571"/>
              <a:ext cx="602614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……</a:t>
              </a:r>
              <a:endPara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70" name="图形 169">
            <a:extLst>
              <a:ext uri="{FF2B5EF4-FFF2-40B4-BE49-F238E27FC236}">
                <a16:creationId xmlns:a16="http://schemas.microsoft.com/office/drawing/2014/main" id="{DF2E4BCF-F886-454A-970A-6F5C2EA9AC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07327" y="2072634"/>
            <a:ext cx="136998" cy="136998"/>
          </a:xfrm>
          <a:prstGeom prst="rect">
            <a:avLst/>
          </a:prstGeom>
        </p:spPr>
      </p:pic>
      <p:pic>
        <p:nvPicPr>
          <p:cNvPr id="171" name="图形 170">
            <a:extLst>
              <a:ext uri="{FF2B5EF4-FFF2-40B4-BE49-F238E27FC236}">
                <a16:creationId xmlns:a16="http://schemas.microsoft.com/office/drawing/2014/main" id="{BECC955B-1F50-4607-9C72-AD42D655D6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14919" y="2557692"/>
            <a:ext cx="183140" cy="183140"/>
          </a:xfrm>
          <a:prstGeom prst="rect">
            <a:avLst/>
          </a:prstGeom>
        </p:spPr>
      </p:pic>
      <p:pic>
        <p:nvPicPr>
          <p:cNvPr id="172" name="图形 171">
            <a:extLst>
              <a:ext uri="{FF2B5EF4-FFF2-40B4-BE49-F238E27FC236}">
                <a16:creationId xmlns:a16="http://schemas.microsoft.com/office/drawing/2014/main" id="{4C632B8A-0478-422A-8F30-7F272ACFA9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55631" y="2557692"/>
            <a:ext cx="183140" cy="183140"/>
          </a:xfrm>
          <a:prstGeom prst="rect">
            <a:avLst/>
          </a:prstGeom>
        </p:spPr>
      </p:pic>
      <p:pic>
        <p:nvPicPr>
          <p:cNvPr id="173" name="图形 172">
            <a:extLst>
              <a:ext uri="{FF2B5EF4-FFF2-40B4-BE49-F238E27FC236}">
                <a16:creationId xmlns:a16="http://schemas.microsoft.com/office/drawing/2014/main" id="{4A89EDB5-31E2-43B7-88DC-874BBE850A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343" y="2557692"/>
            <a:ext cx="183140" cy="18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5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4="http://schemas.microsoft.com/office/drawing/2010/main" xmlns:a16="http://schemas.microsoft.com/office/drawing/2014/main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D279CE6-639F-4A7D-8E90-AD10DF70B4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8775"/>
          <a:stretch/>
        </p:blipFill>
        <p:spPr>
          <a:xfrm>
            <a:off x="300037" y="1603058"/>
            <a:ext cx="11591925" cy="42576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CD66A36-9FD7-4893-8113-B4615F7B7C9B}"/>
              </a:ext>
            </a:extLst>
          </p:cNvPr>
          <p:cNvSpPr/>
          <p:nvPr/>
        </p:nvSpPr>
        <p:spPr>
          <a:xfrm>
            <a:off x="300037" y="1649256"/>
            <a:ext cx="1681163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31D814F-EF70-42A5-9AC6-0B869EB2F9DE}"/>
              </a:ext>
            </a:extLst>
          </p:cNvPr>
          <p:cNvCxnSpPr>
            <a:cxnSpLocks/>
          </p:cNvCxnSpPr>
          <p:nvPr/>
        </p:nvCxnSpPr>
        <p:spPr>
          <a:xfrm flipV="1">
            <a:off x="1140618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A669E72-24F5-4AC1-A080-58C38742E552}"/>
              </a:ext>
            </a:extLst>
          </p:cNvPr>
          <p:cNvSpPr txBox="1"/>
          <p:nvPr/>
        </p:nvSpPr>
        <p:spPr>
          <a:xfrm>
            <a:off x="909785" y="2643187"/>
            <a:ext cx="461665" cy="15716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选择</a:t>
            </a:r>
            <a:r>
              <a:rPr lang="zh-CN" altLang="en-US" sz="1800" b="1" dirty="0">
                <a:solidFill>
                  <a:srgbClr val="4472C4"/>
                </a:solidFill>
              </a:rPr>
              <a:t>信控方案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3E9A478-BE2E-45FF-89BC-F70E3B63B983}"/>
              </a:ext>
            </a:extLst>
          </p:cNvPr>
          <p:cNvSpPr/>
          <p:nvPr/>
        </p:nvSpPr>
        <p:spPr>
          <a:xfrm>
            <a:off x="2090737" y="1649256"/>
            <a:ext cx="1681163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6B7B187-02AC-49AF-9245-66302C55DF22}"/>
              </a:ext>
            </a:extLst>
          </p:cNvPr>
          <p:cNvCxnSpPr>
            <a:cxnSpLocks/>
          </p:cNvCxnSpPr>
          <p:nvPr/>
        </p:nvCxnSpPr>
        <p:spPr>
          <a:xfrm flipV="1">
            <a:off x="2931318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4D3DB1C-5306-497F-86FF-1027F4C736E2}"/>
              </a:ext>
            </a:extLst>
          </p:cNvPr>
          <p:cNvSpPr txBox="1"/>
          <p:nvPr/>
        </p:nvSpPr>
        <p:spPr>
          <a:xfrm>
            <a:off x="2700485" y="2643187"/>
            <a:ext cx="461665" cy="15716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选择</a:t>
            </a:r>
            <a:r>
              <a:rPr lang="zh-CN" altLang="en-US" b="1" dirty="0">
                <a:solidFill>
                  <a:srgbClr val="4472C4"/>
                </a:solidFill>
              </a:rPr>
              <a:t>检测配置</a:t>
            </a:r>
            <a:endParaRPr lang="zh-CN" altLang="en-US" sz="1800" b="1" dirty="0">
              <a:solidFill>
                <a:srgbClr val="4472C4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07600C-9B95-4956-B224-1157EF76A725}"/>
              </a:ext>
            </a:extLst>
          </p:cNvPr>
          <p:cNvSpPr/>
          <p:nvPr/>
        </p:nvSpPr>
        <p:spPr>
          <a:xfrm>
            <a:off x="4002733" y="1649256"/>
            <a:ext cx="1778942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7438BC8-287E-4B32-8F80-A8D25DFDD379}"/>
              </a:ext>
            </a:extLst>
          </p:cNvPr>
          <p:cNvCxnSpPr>
            <a:cxnSpLocks/>
          </p:cNvCxnSpPr>
          <p:nvPr/>
        </p:nvCxnSpPr>
        <p:spPr>
          <a:xfrm flipV="1">
            <a:off x="4850605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5511F601-907D-443A-9D3C-F9C76D08B153}"/>
              </a:ext>
            </a:extLst>
          </p:cNvPr>
          <p:cNvSpPr txBox="1"/>
          <p:nvPr/>
        </p:nvSpPr>
        <p:spPr>
          <a:xfrm>
            <a:off x="4619772" y="2643187"/>
            <a:ext cx="461665" cy="23669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选择</a:t>
            </a:r>
            <a:r>
              <a:rPr lang="zh-CN" altLang="en-US" sz="1800" b="1" dirty="0">
                <a:solidFill>
                  <a:srgbClr val="4472C4"/>
                </a:solidFill>
              </a:rPr>
              <a:t>断面</a:t>
            </a:r>
            <a:r>
              <a:rPr lang="en-US" altLang="zh-CN" sz="1800" dirty="0">
                <a:solidFill>
                  <a:srgbClr val="4472C4"/>
                </a:solidFill>
              </a:rPr>
              <a:t>/</a:t>
            </a:r>
            <a:r>
              <a:rPr lang="zh-CN" altLang="en-US" sz="1800" b="1" dirty="0">
                <a:solidFill>
                  <a:srgbClr val="4472C4"/>
                </a:solidFill>
              </a:rPr>
              <a:t>交叉口</a:t>
            </a:r>
            <a:r>
              <a:rPr lang="zh-CN" altLang="en-US" sz="1800" dirty="0">
                <a:solidFill>
                  <a:srgbClr val="4472C4"/>
                </a:solidFill>
              </a:rPr>
              <a:t>分析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48D6D45-AE6B-4768-8762-10FA5D0B30E8}"/>
              </a:ext>
            </a:extLst>
          </p:cNvPr>
          <p:cNvSpPr/>
          <p:nvPr/>
        </p:nvSpPr>
        <p:spPr>
          <a:xfrm>
            <a:off x="5838598" y="1649256"/>
            <a:ext cx="1467074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D088E96-6AB9-4DB6-B315-615DC70A6349}"/>
              </a:ext>
            </a:extLst>
          </p:cNvPr>
          <p:cNvCxnSpPr>
            <a:cxnSpLocks/>
          </p:cNvCxnSpPr>
          <p:nvPr/>
        </p:nvCxnSpPr>
        <p:spPr>
          <a:xfrm flipV="1">
            <a:off x="6638695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B731BC3-5E20-4220-97B1-C738D24B47CB}"/>
              </a:ext>
            </a:extLst>
          </p:cNvPr>
          <p:cNvSpPr txBox="1"/>
          <p:nvPr/>
        </p:nvSpPr>
        <p:spPr>
          <a:xfrm>
            <a:off x="6410323" y="2643187"/>
            <a:ext cx="461665" cy="163353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选择</a:t>
            </a:r>
            <a:r>
              <a:rPr lang="zh-CN" altLang="en-US" sz="1800" b="1" dirty="0">
                <a:solidFill>
                  <a:srgbClr val="4472C4"/>
                </a:solidFill>
              </a:rPr>
              <a:t>进口层级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4ABB77A-735E-43AD-BAC9-707BA8EE3198}"/>
              </a:ext>
            </a:extLst>
          </p:cNvPr>
          <p:cNvSpPr/>
          <p:nvPr/>
        </p:nvSpPr>
        <p:spPr>
          <a:xfrm>
            <a:off x="7376507" y="1649256"/>
            <a:ext cx="1467074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FB2100F-B147-43F7-8898-40FD138AC70A}"/>
              </a:ext>
            </a:extLst>
          </p:cNvPr>
          <p:cNvCxnSpPr>
            <a:cxnSpLocks/>
          </p:cNvCxnSpPr>
          <p:nvPr/>
        </p:nvCxnSpPr>
        <p:spPr>
          <a:xfrm flipV="1">
            <a:off x="8137989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CB48C69C-0B39-43D6-97B8-D8770B2600CE}"/>
              </a:ext>
            </a:extLst>
          </p:cNvPr>
          <p:cNvSpPr txBox="1"/>
          <p:nvPr/>
        </p:nvSpPr>
        <p:spPr>
          <a:xfrm>
            <a:off x="7909617" y="2643187"/>
            <a:ext cx="461665" cy="163353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选择</a:t>
            </a:r>
            <a:r>
              <a:rPr lang="zh-CN" altLang="en-US" sz="1800" b="1" dirty="0">
                <a:solidFill>
                  <a:srgbClr val="4472C4"/>
                </a:solidFill>
              </a:rPr>
              <a:t>出口层级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A6D9ECF-4A72-4080-A055-1D3E7E508E62}"/>
              </a:ext>
            </a:extLst>
          </p:cNvPr>
          <p:cNvSpPr/>
          <p:nvPr/>
        </p:nvSpPr>
        <p:spPr>
          <a:xfrm>
            <a:off x="8898043" y="1649256"/>
            <a:ext cx="739239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1229ABC-41D7-44EB-BD54-0D2928464AED}"/>
              </a:ext>
            </a:extLst>
          </p:cNvPr>
          <p:cNvCxnSpPr>
            <a:cxnSpLocks/>
          </p:cNvCxnSpPr>
          <p:nvPr/>
        </p:nvCxnSpPr>
        <p:spPr>
          <a:xfrm flipV="1">
            <a:off x="9274808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5867A018-FF03-4BD8-BC04-3B5EAD6B4FBA}"/>
              </a:ext>
            </a:extLst>
          </p:cNvPr>
          <p:cNvSpPr txBox="1"/>
          <p:nvPr/>
        </p:nvSpPr>
        <p:spPr>
          <a:xfrm>
            <a:off x="9046436" y="2579525"/>
            <a:ext cx="461665" cy="17608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4472C4"/>
                </a:solidFill>
              </a:rPr>
              <a:t>流量</a:t>
            </a:r>
            <a:r>
              <a:rPr lang="zh-CN" altLang="en-US" b="1" dirty="0">
                <a:solidFill>
                  <a:srgbClr val="4472C4"/>
                </a:solidFill>
              </a:rPr>
              <a:t>计算</a:t>
            </a:r>
            <a:r>
              <a:rPr lang="zh-CN" altLang="en-US" dirty="0">
                <a:solidFill>
                  <a:srgbClr val="4472C4"/>
                </a:solidFill>
              </a:rPr>
              <a:t>按钮</a:t>
            </a:r>
            <a:endParaRPr lang="zh-CN" altLang="en-US" sz="1800" dirty="0">
              <a:solidFill>
                <a:srgbClr val="4472C4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5440624-85A0-4DD4-87CE-308DD96ABF85}"/>
              </a:ext>
            </a:extLst>
          </p:cNvPr>
          <p:cNvSpPr txBox="1"/>
          <p:nvPr/>
        </p:nvSpPr>
        <p:spPr>
          <a:xfrm>
            <a:off x="5934878" y="804031"/>
            <a:ext cx="318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4472C4"/>
                </a:solidFill>
              </a:rPr>
              <a:t>若</a:t>
            </a:r>
            <a:r>
              <a:rPr lang="zh-CN" altLang="en-US" dirty="0">
                <a:solidFill>
                  <a:srgbClr val="4472C4"/>
                </a:solidFill>
              </a:rPr>
              <a:t>选择了交叉口</a:t>
            </a:r>
            <a:r>
              <a:rPr lang="en-US" altLang="zh-CN" dirty="0">
                <a:solidFill>
                  <a:srgbClr val="4472C4"/>
                </a:solidFill>
              </a:rPr>
              <a:t>(</a:t>
            </a:r>
            <a:r>
              <a:rPr lang="zh-CN" altLang="en-US" dirty="0">
                <a:solidFill>
                  <a:srgbClr val="4472C4"/>
                </a:solidFill>
              </a:rPr>
              <a:t>进出口分析</a:t>
            </a:r>
            <a:r>
              <a:rPr lang="en-US" altLang="zh-CN" dirty="0">
                <a:solidFill>
                  <a:srgbClr val="4472C4"/>
                </a:solidFill>
              </a:rPr>
              <a:t>)</a:t>
            </a:r>
            <a:endParaRPr lang="zh-CN" altLang="en-US" sz="1800" dirty="0">
              <a:solidFill>
                <a:srgbClr val="4472C4"/>
              </a:solidFill>
            </a:endParaRPr>
          </a:p>
        </p:txBody>
      </p: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5CAD2146-A17B-4B67-8BDE-FDF386EFF440}"/>
              </a:ext>
            </a:extLst>
          </p:cNvPr>
          <p:cNvCxnSpPr>
            <a:cxnSpLocks/>
            <a:stCxn id="21" idx="0"/>
            <a:endCxn id="34" idx="1"/>
          </p:cNvCxnSpPr>
          <p:nvPr/>
        </p:nvCxnSpPr>
        <p:spPr>
          <a:xfrm rot="5400000" flipH="1" flipV="1">
            <a:off x="5083262" y="797640"/>
            <a:ext cx="660559" cy="10426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箭头: 下 38">
            <a:extLst>
              <a:ext uri="{FF2B5EF4-FFF2-40B4-BE49-F238E27FC236}">
                <a16:creationId xmlns:a16="http://schemas.microsoft.com/office/drawing/2014/main" id="{63121AE4-4952-49CD-9A78-A5A8E755E80F}"/>
              </a:ext>
            </a:extLst>
          </p:cNvPr>
          <p:cNvSpPr/>
          <p:nvPr/>
        </p:nvSpPr>
        <p:spPr>
          <a:xfrm>
            <a:off x="6638695" y="1219561"/>
            <a:ext cx="248817" cy="379926"/>
          </a:xfrm>
          <a:prstGeom prst="downArrow">
            <a:avLst/>
          </a:prstGeom>
          <a:gradFill>
            <a:gsLst>
              <a:gs pos="100000">
                <a:schemeClr val="accent1">
                  <a:lumMod val="75000"/>
                  <a:alpha val="43000"/>
                </a:schemeClr>
              </a:gs>
              <a:gs pos="1000">
                <a:schemeClr val="accent1">
                  <a:lumMod val="20000"/>
                  <a:lumOff val="80000"/>
                  <a:alpha val="9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箭头: 下 39">
            <a:extLst>
              <a:ext uri="{FF2B5EF4-FFF2-40B4-BE49-F238E27FC236}">
                <a16:creationId xmlns:a16="http://schemas.microsoft.com/office/drawing/2014/main" id="{C4411130-FE27-4AF1-9C30-393809A11154}"/>
              </a:ext>
            </a:extLst>
          </p:cNvPr>
          <p:cNvSpPr/>
          <p:nvPr/>
        </p:nvSpPr>
        <p:spPr>
          <a:xfrm>
            <a:off x="7960289" y="1219560"/>
            <a:ext cx="248817" cy="369332"/>
          </a:xfrm>
          <a:prstGeom prst="downArrow">
            <a:avLst/>
          </a:prstGeom>
          <a:gradFill>
            <a:gsLst>
              <a:gs pos="100000">
                <a:schemeClr val="accent1">
                  <a:lumMod val="75000"/>
                  <a:alpha val="43000"/>
                </a:schemeClr>
              </a:gs>
              <a:gs pos="1000">
                <a:schemeClr val="accent1">
                  <a:lumMod val="20000"/>
                  <a:lumOff val="80000"/>
                  <a:alpha val="9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CD6BA40-4C57-4174-B384-822640C0EE3D}"/>
              </a:ext>
            </a:extLst>
          </p:cNvPr>
          <p:cNvSpPr/>
          <p:nvPr/>
        </p:nvSpPr>
        <p:spPr>
          <a:xfrm>
            <a:off x="9811141" y="1649256"/>
            <a:ext cx="926709" cy="35099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A3F7D02-2948-446E-9429-DF7703D2128A}"/>
              </a:ext>
            </a:extLst>
          </p:cNvPr>
          <p:cNvCxnSpPr>
            <a:cxnSpLocks/>
          </p:cNvCxnSpPr>
          <p:nvPr/>
        </p:nvCxnSpPr>
        <p:spPr>
          <a:xfrm flipV="1">
            <a:off x="10266435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7019FD9C-5E5E-43EE-BEB6-20D795D4189A}"/>
              </a:ext>
            </a:extLst>
          </p:cNvPr>
          <p:cNvSpPr txBox="1"/>
          <p:nvPr/>
        </p:nvSpPr>
        <p:spPr>
          <a:xfrm>
            <a:off x="10038063" y="2579524"/>
            <a:ext cx="461665" cy="293797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是否启用</a:t>
            </a:r>
            <a:r>
              <a:rPr lang="zh-CN" altLang="en-US" sz="1800" b="1" dirty="0">
                <a:solidFill>
                  <a:srgbClr val="4472C4"/>
                </a:solidFill>
              </a:rPr>
              <a:t>当量小汽车换算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299525F-6543-4791-BCA8-6C16ABF6F482}"/>
              </a:ext>
            </a:extLst>
          </p:cNvPr>
          <p:cNvCxnSpPr>
            <a:cxnSpLocks/>
          </p:cNvCxnSpPr>
          <p:nvPr/>
        </p:nvCxnSpPr>
        <p:spPr>
          <a:xfrm flipV="1">
            <a:off x="11253142" y="2003823"/>
            <a:ext cx="0" cy="706040"/>
          </a:xfrm>
          <a:prstGeom prst="straightConnector1">
            <a:avLst/>
          </a:prstGeom>
          <a:ln>
            <a:solidFill>
              <a:srgbClr val="4472C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D2D6CFB3-AA4D-44C4-9271-8C42E85AB6A6}"/>
              </a:ext>
            </a:extLst>
          </p:cNvPr>
          <p:cNvSpPr txBox="1"/>
          <p:nvPr/>
        </p:nvSpPr>
        <p:spPr>
          <a:xfrm>
            <a:off x="11024770" y="2579524"/>
            <a:ext cx="461665" cy="293797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4472C4"/>
                </a:solidFill>
              </a:rPr>
              <a:t>修改</a:t>
            </a:r>
            <a:r>
              <a:rPr lang="zh-CN" altLang="en-US" sz="1800" b="1" dirty="0">
                <a:solidFill>
                  <a:srgbClr val="4472C4"/>
                </a:solidFill>
              </a:rPr>
              <a:t>当量小汽车换算系数</a:t>
            </a:r>
          </a:p>
        </p:txBody>
      </p:sp>
    </p:spTree>
    <p:extLst>
      <p:ext uri="{BB962C8B-B14F-4D97-AF65-F5344CB8AC3E}">
        <p14:creationId xmlns:p14="http://schemas.microsoft.com/office/powerpoint/2010/main" val="1862089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75">
            <a:extLst>
              <a:ext uri="{FF2B5EF4-FFF2-40B4-BE49-F238E27FC236}">
                <a16:creationId xmlns:a16="http://schemas.microsoft.com/office/drawing/2014/main" id="{D883791F-651E-41CC-8978-7F14F7172344}"/>
              </a:ext>
            </a:extLst>
          </p:cNvPr>
          <p:cNvSpPr/>
          <p:nvPr/>
        </p:nvSpPr>
        <p:spPr>
          <a:xfrm>
            <a:off x="331160" y="2980001"/>
            <a:ext cx="1728308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顶部参数</a:t>
            </a:r>
          </a:p>
        </p:txBody>
      </p:sp>
      <p:sp>
        <p:nvSpPr>
          <p:cNvPr id="37" name="圆角矩形 75">
            <a:extLst>
              <a:ext uri="{FF2B5EF4-FFF2-40B4-BE49-F238E27FC236}">
                <a16:creationId xmlns:a16="http://schemas.microsoft.com/office/drawing/2014/main" id="{9E5AB30C-66CF-46E8-AD53-4BFEC2CB4456}"/>
              </a:ext>
            </a:extLst>
          </p:cNvPr>
          <p:cNvSpPr/>
          <p:nvPr/>
        </p:nvSpPr>
        <p:spPr>
          <a:xfrm>
            <a:off x="3048733" y="3829994"/>
            <a:ext cx="2171710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流量计算函数</a:t>
            </a:r>
          </a:p>
        </p:txBody>
      </p:sp>
      <p:sp>
        <p:nvSpPr>
          <p:cNvPr id="38" name="圆角矩形 75">
            <a:extLst>
              <a:ext uri="{FF2B5EF4-FFF2-40B4-BE49-F238E27FC236}">
                <a16:creationId xmlns:a16="http://schemas.microsoft.com/office/drawing/2014/main" id="{89541362-D062-49CB-8956-0AC1EE350106}"/>
              </a:ext>
            </a:extLst>
          </p:cNvPr>
          <p:cNvSpPr/>
          <p:nvPr/>
        </p:nvSpPr>
        <p:spPr>
          <a:xfrm>
            <a:off x="331160" y="5236991"/>
            <a:ext cx="1728308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车辆轨迹</a:t>
            </a:r>
          </a:p>
        </p:txBody>
      </p:sp>
      <p:sp>
        <p:nvSpPr>
          <p:cNvPr id="42" name="圆角矩形 75">
            <a:extLst>
              <a:ext uri="{FF2B5EF4-FFF2-40B4-BE49-F238E27FC236}">
                <a16:creationId xmlns:a16="http://schemas.microsoft.com/office/drawing/2014/main" id="{2F7773F0-729C-448A-B4C6-6FAC9A1E20DE}"/>
              </a:ext>
            </a:extLst>
          </p:cNvPr>
          <p:cNvSpPr/>
          <p:nvPr/>
        </p:nvSpPr>
        <p:spPr>
          <a:xfrm>
            <a:off x="6332797" y="3829994"/>
            <a:ext cx="1074420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筛选</a:t>
            </a:r>
          </a:p>
        </p:txBody>
      </p:sp>
      <p:sp>
        <p:nvSpPr>
          <p:cNvPr id="49" name="圆角矩形 75">
            <a:extLst>
              <a:ext uri="{FF2B5EF4-FFF2-40B4-BE49-F238E27FC236}">
                <a16:creationId xmlns:a16="http://schemas.microsoft.com/office/drawing/2014/main" id="{E8C27F8E-CC8B-4F7A-A52E-58B8568C65A7}"/>
              </a:ext>
            </a:extLst>
          </p:cNvPr>
          <p:cNvSpPr/>
          <p:nvPr/>
        </p:nvSpPr>
        <p:spPr>
          <a:xfrm>
            <a:off x="7795570" y="3829994"/>
            <a:ext cx="1074420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图层</a:t>
            </a:r>
          </a:p>
        </p:txBody>
      </p:sp>
      <p:sp>
        <p:nvSpPr>
          <p:cNvPr id="51" name="圆角矩形 75">
            <a:extLst>
              <a:ext uri="{FF2B5EF4-FFF2-40B4-BE49-F238E27FC236}">
                <a16:creationId xmlns:a16="http://schemas.microsoft.com/office/drawing/2014/main" id="{A01E68F4-3867-4278-9561-F7906A550233}"/>
              </a:ext>
            </a:extLst>
          </p:cNvPr>
          <p:cNvSpPr/>
          <p:nvPr/>
        </p:nvSpPr>
        <p:spPr>
          <a:xfrm>
            <a:off x="9407200" y="3074516"/>
            <a:ext cx="2369820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视频画板可视化</a:t>
            </a:r>
          </a:p>
        </p:txBody>
      </p:sp>
      <p:sp>
        <p:nvSpPr>
          <p:cNvPr id="52" name="圆角矩形 75">
            <a:extLst>
              <a:ext uri="{FF2B5EF4-FFF2-40B4-BE49-F238E27FC236}">
                <a16:creationId xmlns:a16="http://schemas.microsoft.com/office/drawing/2014/main" id="{221BA5D4-265A-48B9-A708-298911117692}"/>
              </a:ext>
            </a:extLst>
          </p:cNvPr>
          <p:cNvSpPr/>
          <p:nvPr/>
        </p:nvSpPr>
        <p:spPr>
          <a:xfrm>
            <a:off x="9407200" y="3821277"/>
            <a:ext cx="2369820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右侧空间流量</a:t>
            </a:r>
          </a:p>
        </p:txBody>
      </p:sp>
      <p:sp>
        <p:nvSpPr>
          <p:cNvPr id="53" name="圆角矩形 75">
            <a:extLst>
              <a:ext uri="{FF2B5EF4-FFF2-40B4-BE49-F238E27FC236}">
                <a16:creationId xmlns:a16="http://schemas.microsoft.com/office/drawing/2014/main" id="{97A9CF9B-C5CA-4AA6-B5E6-7C7559A88AC4}"/>
              </a:ext>
            </a:extLst>
          </p:cNvPr>
          <p:cNvSpPr/>
          <p:nvPr/>
        </p:nvSpPr>
        <p:spPr>
          <a:xfrm>
            <a:off x="9407200" y="4565322"/>
            <a:ext cx="2369820" cy="540000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底部时变流量</a:t>
            </a:r>
          </a:p>
        </p:txBody>
      </p:sp>
      <p:sp>
        <p:nvSpPr>
          <p:cNvPr id="54" name="圆角矩形 75">
            <a:extLst>
              <a:ext uri="{FF2B5EF4-FFF2-40B4-BE49-F238E27FC236}">
                <a16:creationId xmlns:a16="http://schemas.microsoft.com/office/drawing/2014/main" id="{EC93E56C-84E4-4AA7-90D9-4F2A118543F3}"/>
              </a:ext>
            </a:extLst>
          </p:cNvPr>
          <p:cNvSpPr/>
          <p:nvPr/>
        </p:nvSpPr>
        <p:spPr>
          <a:xfrm>
            <a:off x="731520" y="3568711"/>
            <a:ext cx="1327948" cy="261283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信控方案</a:t>
            </a:r>
          </a:p>
        </p:txBody>
      </p:sp>
      <p:sp>
        <p:nvSpPr>
          <p:cNvPr id="55" name="圆角矩形 75">
            <a:extLst>
              <a:ext uri="{FF2B5EF4-FFF2-40B4-BE49-F238E27FC236}">
                <a16:creationId xmlns:a16="http://schemas.microsoft.com/office/drawing/2014/main" id="{D88CC5F8-1C9F-468E-BBDB-1A72DF3E74DC}"/>
              </a:ext>
            </a:extLst>
          </p:cNvPr>
          <p:cNvSpPr/>
          <p:nvPr/>
        </p:nvSpPr>
        <p:spPr>
          <a:xfrm>
            <a:off x="731520" y="3865274"/>
            <a:ext cx="1327948" cy="261283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检测配置</a:t>
            </a:r>
          </a:p>
        </p:txBody>
      </p:sp>
      <p:sp>
        <p:nvSpPr>
          <p:cNvPr id="56" name="圆角矩形 75">
            <a:extLst>
              <a:ext uri="{FF2B5EF4-FFF2-40B4-BE49-F238E27FC236}">
                <a16:creationId xmlns:a16="http://schemas.microsoft.com/office/drawing/2014/main" id="{8144F5A0-591F-40C0-A4D8-C20C6C5CB1EB}"/>
              </a:ext>
            </a:extLst>
          </p:cNvPr>
          <p:cNvSpPr/>
          <p:nvPr/>
        </p:nvSpPr>
        <p:spPr>
          <a:xfrm>
            <a:off x="731520" y="4161837"/>
            <a:ext cx="1327948" cy="261283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分析类型</a:t>
            </a:r>
          </a:p>
        </p:txBody>
      </p:sp>
      <p:sp>
        <p:nvSpPr>
          <p:cNvPr id="57" name="圆角矩形 75">
            <a:extLst>
              <a:ext uri="{FF2B5EF4-FFF2-40B4-BE49-F238E27FC236}">
                <a16:creationId xmlns:a16="http://schemas.microsoft.com/office/drawing/2014/main" id="{5BC7DF83-BFE5-40DD-BFF0-2441C5F804BA}"/>
              </a:ext>
            </a:extLst>
          </p:cNvPr>
          <p:cNvSpPr/>
          <p:nvPr/>
        </p:nvSpPr>
        <p:spPr>
          <a:xfrm>
            <a:off x="731520" y="4462434"/>
            <a:ext cx="1327948" cy="261283"/>
          </a:xfrm>
          <a:prstGeom prst="roundRect">
            <a:avLst/>
          </a:prstGeom>
          <a:solidFill>
            <a:srgbClr val="4874CB">
              <a:alpha val="10000"/>
            </a:srgbClr>
          </a:solidFill>
          <a:ln w="6350" cap="flat" cmpd="sng" algn="ctr">
            <a:solidFill>
              <a:srgbClr val="4874C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进出口层级</a:t>
            </a:r>
          </a:p>
        </p:txBody>
      </p:sp>
      <p:sp>
        <p:nvSpPr>
          <p:cNvPr id="58" name="圆角矩形 75">
            <a:extLst>
              <a:ext uri="{FF2B5EF4-FFF2-40B4-BE49-F238E27FC236}">
                <a16:creationId xmlns:a16="http://schemas.microsoft.com/office/drawing/2014/main" id="{D2ADA763-5A47-43E3-9972-6B904B21FCE9}"/>
              </a:ext>
            </a:extLst>
          </p:cNvPr>
          <p:cNvSpPr/>
          <p:nvPr/>
        </p:nvSpPr>
        <p:spPr>
          <a:xfrm>
            <a:off x="252219" y="2898894"/>
            <a:ext cx="1893821" cy="1896537"/>
          </a:xfrm>
          <a:prstGeom prst="roundRect">
            <a:avLst>
              <a:gd name="adj" fmla="val 3996"/>
            </a:avLst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C7A834B6-88B1-43BF-81BE-DEBEF312654F}"/>
              </a:ext>
            </a:extLst>
          </p:cNvPr>
          <p:cNvCxnSpPr>
            <a:stCxn id="38" idx="3"/>
            <a:endCxn id="37" idx="1"/>
          </p:cNvCxnSpPr>
          <p:nvPr/>
        </p:nvCxnSpPr>
        <p:spPr>
          <a:xfrm flipV="1">
            <a:off x="2059468" y="4099994"/>
            <a:ext cx="989265" cy="1406997"/>
          </a:xfrm>
          <a:prstGeom prst="bentConnector3">
            <a:avLst/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582016C5-A88A-4BBC-8822-DD1875F97DF8}"/>
              </a:ext>
            </a:extLst>
          </p:cNvPr>
          <p:cNvCxnSpPr>
            <a:cxnSpLocks/>
            <a:stCxn id="58" idx="3"/>
            <a:endCxn id="37" idx="1"/>
          </p:cNvCxnSpPr>
          <p:nvPr/>
        </p:nvCxnSpPr>
        <p:spPr>
          <a:xfrm>
            <a:off x="2146040" y="3847163"/>
            <a:ext cx="902693" cy="252831"/>
          </a:xfrm>
          <a:prstGeom prst="bentConnector3">
            <a:avLst>
              <a:gd name="adj1" fmla="val 45251"/>
            </a:avLst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E606F57-07C7-4BBC-8794-CBF61BA57893}"/>
              </a:ext>
            </a:extLst>
          </p:cNvPr>
          <p:cNvCxnSpPr>
            <a:stCxn id="37" idx="3"/>
            <a:endCxn id="42" idx="1"/>
          </p:cNvCxnSpPr>
          <p:nvPr/>
        </p:nvCxnSpPr>
        <p:spPr>
          <a:xfrm>
            <a:off x="5220443" y="4099994"/>
            <a:ext cx="1112354" cy="0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0A4D9435-F704-41D2-8499-95526F75DEEB}"/>
              </a:ext>
            </a:extLst>
          </p:cNvPr>
          <p:cNvSpPr txBox="1"/>
          <p:nvPr/>
        </p:nvSpPr>
        <p:spPr>
          <a:xfrm>
            <a:off x="5191720" y="3648578"/>
            <a:ext cx="1132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4472C4"/>
                </a:solidFill>
              </a:rPr>
              <a:t>流量表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E337C346-80DA-4587-A925-5146CF6FC24C}"/>
              </a:ext>
            </a:extLst>
          </p:cNvPr>
          <p:cNvCxnSpPr>
            <a:cxnSpLocks/>
            <a:stCxn id="42" idx="3"/>
            <a:endCxn id="49" idx="1"/>
          </p:cNvCxnSpPr>
          <p:nvPr/>
        </p:nvCxnSpPr>
        <p:spPr>
          <a:xfrm>
            <a:off x="7407217" y="4099994"/>
            <a:ext cx="388353" cy="0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996F538-B139-482A-9DFE-1EF3049DAE48}"/>
              </a:ext>
            </a:extLst>
          </p:cNvPr>
          <p:cNvCxnSpPr>
            <a:cxnSpLocks/>
            <a:stCxn id="49" idx="3"/>
            <a:endCxn id="67" idx="1"/>
          </p:cNvCxnSpPr>
          <p:nvPr/>
        </p:nvCxnSpPr>
        <p:spPr>
          <a:xfrm flipV="1">
            <a:off x="8869990" y="4092694"/>
            <a:ext cx="388353" cy="7300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圆角矩形 75">
            <a:extLst>
              <a:ext uri="{FF2B5EF4-FFF2-40B4-BE49-F238E27FC236}">
                <a16:creationId xmlns:a16="http://schemas.microsoft.com/office/drawing/2014/main" id="{983A1FE4-684E-4694-A43A-6C4E4301F47C}"/>
              </a:ext>
            </a:extLst>
          </p:cNvPr>
          <p:cNvSpPr/>
          <p:nvPr/>
        </p:nvSpPr>
        <p:spPr>
          <a:xfrm>
            <a:off x="9258343" y="2898894"/>
            <a:ext cx="2602497" cy="2387600"/>
          </a:xfrm>
          <a:prstGeom prst="roundRect">
            <a:avLst>
              <a:gd name="adj" fmla="val 3996"/>
            </a:avLst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2406D5EC-4A07-48CC-995B-8AE20F94D6D6}"/>
              </a:ext>
            </a:extLst>
          </p:cNvPr>
          <p:cNvCxnSpPr>
            <a:cxnSpLocks/>
          </p:cNvCxnSpPr>
          <p:nvPr/>
        </p:nvCxnSpPr>
        <p:spPr>
          <a:xfrm flipV="1">
            <a:off x="6870202" y="2898894"/>
            <a:ext cx="0" cy="948270"/>
          </a:xfrm>
          <a:prstGeom prst="straightConnector1">
            <a:avLst/>
          </a:prstGeom>
          <a:ln w="12700">
            <a:solidFill>
              <a:srgbClr val="4472C4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B730FAE6-2ED2-40FE-871E-29E34DA5115F}"/>
              </a:ext>
            </a:extLst>
          </p:cNvPr>
          <p:cNvSpPr txBox="1"/>
          <p:nvPr/>
        </p:nvSpPr>
        <p:spPr>
          <a:xfrm>
            <a:off x="6639174" y="967008"/>
            <a:ext cx="461665" cy="193188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要分析</a:t>
            </a:r>
            <a:r>
              <a:rPr lang="zh-CN" altLang="en-US" sz="1800" b="1" dirty="0">
                <a:solidFill>
                  <a:srgbClr val="4472C4"/>
                </a:solidFill>
              </a:rPr>
              <a:t>哪些</a:t>
            </a:r>
            <a:r>
              <a:rPr lang="zh-CN" altLang="en-US" sz="1800" dirty="0">
                <a:solidFill>
                  <a:srgbClr val="4472C4"/>
                </a:solidFill>
              </a:rPr>
              <a:t>数据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2A854293-F387-4C3B-B9D8-0B322FE8DB09}"/>
              </a:ext>
            </a:extLst>
          </p:cNvPr>
          <p:cNvCxnSpPr>
            <a:cxnSpLocks/>
          </p:cNvCxnSpPr>
          <p:nvPr/>
        </p:nvCxnSpPr>
        <p:spPr>
          <a:xfrm flipV="1">
            <a:off x="8355650" y="2898894"/>
            <a:ext cx="0" cy="948270"/>
          </a:xfrm>
          <a:prstGeom prst="straightConnector1">
            <a:avLst/>
          </a:prstGeom>
          <a:ln w="12700">
            <a:solidFill>
              <a:srgbClr val="4472C4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6F493C41-9BB8-457E-9F65-FB316695765F}"/>
              </a:ext>
            </a:extLst>
          </p:cNvPr>
          <p:cNvSpPr txBox="1"/>
          <p:nvPr/>
        </p:nvSpPr>
        <p:spPr>
          <a:xfrm>
            <a:off x="8124622" y="815340"/>
            <a:ext cx="461665" cy="20835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4472C4"/>
                </a:solidFill>
              </a:rPr>
              <a:t>这些数据</a:t>
            </a:r>
            <a:r>
              <a:rPr lang="zh-CN" altLang="en-US" sz="1800" b="1" dirty="0">
                <a:solidFill>
                  <a:srgbClr val="4472C4"/>
                </a:solidFill>
              </a:rPr>
              <a:t>如何展示</a:t>
            </a:r>
          </a:p>
        </p:txBody>
      </p:sp>
    </p:spTree>
    <p:extLst>
      <p:ext uri="{BB962C8B-B14F-4D97-AF65-F5344CB8AC3E}">
        <p14:creationId xmlns:p14="http://schemas.microsoft.com/office/powerpoint/2010/main" val="9818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277</Words>
  <Application>Microsoft Office PowerPoint</Application>
  <PresentationFormat>宽屏</PresentationFormat>
  <Paragraphs>99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微软雅黑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20</cp:revision>
  <dcterms:created xsi:type="dcterms:W3CDTF">2025-12-17T04:12:05Z</dcterms:created>
  <dcterms:modified xsi:type="dcterms:W3CDTF">2025-12-18T10:07:36Z</dcterms:modified>
</cp:coreProperties>
</file>